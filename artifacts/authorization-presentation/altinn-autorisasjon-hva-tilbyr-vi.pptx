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91b9d08aaf74245" /><Relationship Type="http://schemas.openxmlformats.org/officeDocument/2006/relationships/extended-properties" Target="/docProps/app.xml" Id="R761f733929784ee8" /><Relationship Type="http://schemas.openxmlformats.org/officeDocument/2006/relationships/officeDocument" Target="/ppt/presentation.xml" Id="Rf99021ff4b034fd7" /></Relationships>
</file>

<file path=ppt/presentation.xml><?xml version="1.0" encoding="utf-8"?>
<p:presentation xmlns:p="http://schemas.openxmlformats.org/presentationml/2006/main">
  <p:sldMasterIdLst>
    <p:sldMasterId xmlns:r="http://schemas.openxmlformats.org/officeDocument/2006/relationships" id="2147483648" r:id="Rb61d843feb4f4d8d"/>
  </p:sldMasterIdLst>
  <p:notesMasterIdLst>
    <p:notesMasterId xmlns:r="http://schemas.openxmlformats.org/officeDocument/2006/relationships" r:id="R957d547fb0034733"/>
  </p:notesMasterIdLst>
  <p:sldIdLst>
    <p:sldId xmlns:r="http://schemas.openxmlformats.org/officeDocument/2006/relationships" id="256" r:id="R7337ae59a5924c6b"/>
    <p:sldId xmlns:r="http://schemas.openxmlformats.org/officeDocument/2006/relationships" id="257" r:id="Rc1015a8d8ae14f1a"/>
    <p:sldId xmlns:r="http://schemas.openxmlformats.org/officeDocument/2006/relationships" id="258" r:id="Ra7f8e95e24c349fd"/>
    <p:sldId xmlns:r="http://schemas.openxmlformats.org/officeDocument/2006/relationships" id="259" r:id="R9252fb673b1449fb"/>
    <p:sldId xmlns:r="http://schemas.openxmlformats.org/officeDocument/2006/relationships" id="260" r:id="Ra11cacd605a04dd5"/>
    <p:sldId xmlns:r="http://schemas.openxmlformats.org/officeDocument/2006/relationships" id="261" r:id="Rdf7b83942e2642b7"/>
    <p:sldId xmlns:r="http://schemas.openxmlformats.org/officeDocument/2006/relationships" id="262" r:id="Rbfdd9b3e51384de7"/>
    <p:sldId xmlns:r="http://schemas.openxmlformats.org/officeDocument/2006/relationships" id="263" r:id="R39a97bd191d54190"/>
    <p:sldId xmlns:r="http://schemas.openxmlformats.org/officeDocument/2006/relationships" id="264" r:id="R6c5f02c08cc64942"/>
    <p:sldId xmlns:r="http://schemas.openxmlformats.org/officeDocument/2006/relationships" id="265" r:id="R0cc827a966d24bb3"/>
    <p:sldId xmlns:r="http://schemas.openxmlformats.org/officeDocument/2006/relationships" id="266" r:id="Rd1c7b39381034e2a"/>
    <p:sldId xmlns:r="http://schemas.openxmlformats.org/officeDocument/2006/relationships" id="267" r:id="Rcdc9e29e885548e4"/>
    <p:sldId xmlns:r="http://schemas.openxmlformats.org/officeDocument/2006/relationships" id="268" r:id="R820df3ed08fd4803"/>
    <p:sldId xmlns:r="http://schemas.openxmlformats.org/officeDocument/2006/relationships" id="269" r:id="Rab9ab3078bb5480c"/>
    <p:sldId xmlns:r="http://schemas.openxmlformats.org/officeDocument/2006/relationships" id="270" r:id="Rf2ee949eee584bbf"/>
    <p:sldId xmlns:r="http://schemas.openxmlformats.org/officeDocument/2006/relationships" id="271" r:id="Re79b8429ae974944"/>
    <p:sldId xmlns:r="http://schemas.openxmlformats.org/officeDocument/2006/relationships" id="272" r:id="R18a9933f85924cb1"/>
    <p:sldId xmlns:r="http://schemas.openxmlformats.org/officeDocument/2006/relationships" id="273" r:id="Refb4f868bb544be6"/>
    <p:sldId xmlns:r="http://schemas.openxmlformats.org/officeDocument/2006/relationships" id="274" r:id="R673cda4ecea14f4e"/>
    <p:sldId xmlns:r="http://schemas.openxmlformats.org/officeDocument/2006/relationships" id="275" r:id="Rae9034cfbb8b4d71"/>
    <p:sldId xmlns:r="http://schemas.openxmlformats.org/officeDocument/2006/relationships" id="276" r:id="Rbb0c5834d4034618"/>
    <p:sldId xmlns:r="http://schemas.openxmlformats.org/officeDocument/2006/relationships" id="277" r:id="R0ed54c825bdf446a"/>
    <p:sldId xmlns:r="http://schemas.openxmlformats.org/officeDocument/2006/relationships" id="278" r:id="R989000ca43f94b67"/>
    <p:sldId xmlns:r="http://schemas.openxmlformats.org/officeDocument/2006/relationships" id="279" r:id="R3d1d57298b484f0c"/>
    <p:sldId xmlns:r="http://schemas.openxmlformats.org/officeDocument/2006/relationships" id="280" r:id="Ra01664068d694bd9"/>
    <p:sldId xmlns:r="http://schemas.openxmlformats.org/officeDocument/2006/relationships" id="281" r:id="R719b2819b0fb4978"/>
    <p:sldId xmlns:r="http://schemas.openxmlformats.org/officeDocument/2006/relationships" id="282" r:id="R2078604eea534026"/>
    <p:sldId xmlns:r="http://schemas.openxmlformats.org/officeDocument/2006/relationships" id="283" r:id="R0beee59b3a604a08"/>
    <p:sldId xmlns:r="http://schemas.openxmlformats.org/officeDocument/2006/relationships" id="284" r:id="R3a9af95d77d14ce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09701f9c3194d5b" /><Relationship Type="http://schemas.openxmlformats.org/officeDocument/2006/relationships/slideMaster" Target="/ppt/slideMasters/slideMaster1.xml" Id="Rb61d843feb4f4d8d" /><Relationship Type="http://schemas.openxmlformats.org/officeDocument/2006/relationships/notesMaster" Target="/ppt/notesMasters/notesMaster1.xml" Id="R957d547fb0034733" /><Relationship Type="http://schemas.openxmlformats.org/officeDocument/2006/relationships/presProps" Target="/ppt/presProps.xml" Id="R49bb5bf5098a4575" /><Relationship Type="http://schemas.openxmlformats.org/officeDocument/2006/relationships/tableStyles" Target="/ppt/tableStyles.xml" Id="R79eede03c2c641ac" /><Relationship Type="http://schemas.openxmlformats.org/officeDocument/2006/relationships/slide" Target="/ppt/slides/slide1.xml" Id="R7337ae59a5924c6b" /><Relationship Type="http://schemas.openxmlformats.org/officeDocument/2006/relationships/slide" Target="/ppt/slides/slide2.xml" Id="Rc1015a8d8ae14f1a" /><Relationship Type="http://schemas.openxmlformats.org/officeDocument/2006/relationships/slide" Target="/ppt/slides/slide3.xml" Id="Ra7f8e95e24c349fd" /><Relationship Type="http://schemas.openxmlformats.org/officeDocument/2006/relationships/slide" Target="/ppt/slides/slide4.xml" Id="R9252fb673b1449fb" /><Relationship Type="http://schemas.openxmlformats.org/officeDocument/2006/relationships/slide" Target="/ppt/slides/slide5.xml" Id="Ra11cacd605a04dd5" /><Relationship Type="http://schemas.openxmlformats.org/officeDocument/2006/relationships/slide" Target="/ppt/slides/slide6.xml" Id="Rdf7b83942e2642b7" /><Relationship Type="http://schemas.openxmlformats.org/officeDocument/2006/relationships/slide" Target="/ppt/slides/slide7.xml" Id="Rbfdd9b3e51384de7" /><Relationship Type="http://schemas.openxmlformats.org/officeDocument/2006/relationships/slide" Target="/ppt/slides/slide8.xml" Id="R39a97bd191d54190" /><Relationship Type="http://schemas.openxmlformats.org/officeDocument/2006/relationships/slide" Target="/ppt/slides/slide9.xml" Id="R6c5f02c08cc64942" /><Relationship Type="http://schemas.openxmlformats.org/officeDocument/2006/relationships/slide" Target="/ppt/slides/slide10.xml" Id="R0cc827a966d24bb3" /><Relationship Type="http://schemas.openxmlformats.org/officeDocument/2006/relationships/slide" Target="/ppt/slides/slide11.xml" Id="Rd1c7b39381034e2a" /><Relationship Type="http://schemas.openxmlformats.org/officeDocument/2006/relationships/slide" Target="/ppt/slides/slide12.xml" Id="Rcdc9e29e885548e4" /><Relationship Type="http://schemas.openxmlformats.org/officeDocument/2006/relationships/slide" Target="/ppt/slides/slide13.xml" Id="R820df3ed08fd4803" /><Relationship Type="http://schemas.openxmlformats.org/officeDocument/2006/relationships/slide" Target="/ppt/slides/slide14.xml" Id="Rab9ab3078bb5480c" /><Relationship Type="http://schemas.openxmlformats.org/officeDocument/2006/relationships/slide" Target="/ppt/slides/slide15.xml" Id="Rf2ee949eee584bbf" /><Relationship Type="http://schemas.openxmlformats.org/officeDocument/2006/relationships/slide" Target="/ppt/slides/slide16.xml" Id="Re79b8429ae974944" /><Relationship Type="http://schemas.openxmlformats.org/officeDocument/2006/relationships/slide" Target="/ppt/slides/slide17.xml" Id="R18a9933f85924cb1" /><Relationship Type="http://schemas.openxmlformats.org/officeDocument/2006/relationships/slide" Target="/ppt/slides/slide18.xml" Id="Refb4f868bb544be6" /><Relationship Type="http://schemas.openxmlformats.org/officeDocument/2006/relationships/slide" Target="/ppt/slides/slide19.xml" Id="R673cda4ecea14f4e" /><Relationship Type="http://schemas.openxmlformats.org/officeDocument/2006/relationships/slide" Target="/ppt/slides/slide20.xml" Id="Rae9034cfbb8b4d71" /><Relationship Type="http://schemas.openxmlformats.org/officeDocument/2006/relationships/slide" Target="/ppt/slides/slide21.xml" Id="Rbb0c5834d4034618" /><Relationship Type="http://schemas.openxmlformats.org/officeDocument/2006/relationships/slide" Target="/ppt/slides/slide22.xml" Id="R0ed54c825bdf446a" /><Relationship Type="http://schemas.openxmlformats.org/officeDocument/2006/relationships/slide" Target="/ppt/slides/slide23.xml" Id="R989000ca43f94b67" /><Relationship Type="http://schemas.openxmlformats.org/officeDocument/2006/relationships/slide" Target="/ppt/slides/slide24.xml" Id="R3d1d57298b484f0c" /><Relationship Type="http://schemas.openxmlformats.org/officeDocument/2006/relationships/slide" Target="/ppt/slides/slide25.xml" Id="Ra01664068d694bd9" /><Relationship Type="http://schemas.openxmlformats.org/officeDocument/2006/relationships/slide" Target="/ppt/slides/slide26.xml" Id="R719b2819b0fb4978" /><Relationship Type="http://schemas.openxmlformats.org/officeDocument/2006/relationships/slide" Target="/ppt/slides/slide27.xml" Id="R2078604eea534026" /><Relationship Type="http://schemas.openxmlformats.org/officeDocument/2006/relationships/slide" Target="/ppt/slides/slide28.xml" Id="R0beee59b3a604a08" /><Relationship Type="http://schemas.openxmlformats.org/officeDocument/2006/relationships/slide" Target="/ppt/slides/slide29.xml" Id="R3a9af95d77d14ce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e1061a838724a8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27c626a46bd4e19" /><Relationship Type="http://schemas.openxmlformats.org/officeDocument/2006/relationships/notesMaster" Target="/ppt/notesMasters/notesMaster1.xml" Id="R11bce05a9835468e" /></Relationships>
</file>

<file path=ppt/notesSlides/_rels/notesSlide2.xml.rels>&#65279;<?xml version="1.0" encoding="utf-8"?><Relationships xmlns="http://schemas.openxmlformats.org/package/2006/relationships"><Relationship Type="http://schemas.openxmlformats.org/officeDocument/2006/relationships/slide" Target="/ppt/slides/slide2.xml" Id="Ra94e83b9e78c42e4" /><Relationship Type="http://schemas.openxmlformats.org/officeDocument/2006/relationships/notesMaster" Target="/ppt/notesMasters/notesMaster1.xml" Id="R7898c37bfc734050" /></Relationships>
</file>

<file path=ppt/notesSlides/_rels/notesSlide3.xml.rels>&#65279;<?xml version="1.0" encoding="utf-8"?><Relationships xmlns="http://schemas.openxmlformats.org/package/2006/relationships"><Relationship Type="http://schemas.openxmlformats.org/officeDocument/2006/relationships/slide" Target="/ppt/slides/slide3.xml" Id="Reb31bd3df09943a1" /><Relationship Type="http://schemas.openxmlformats.org/officeDocument/2006/relationships/notesMaster" Target="/ppt/notesMasters/notesMaster1.xml" Id="Rd40b357a816a48cb" /></Relationships>
</file>

<file path=ppt/notesSlides/_rels/notesSlide4.xml.rels>&#65279;<?xml version="1.0" encoding="utf-8"?><Relationships xmlns="http://schemas.openxmlformats.org/package/2006/relationships"><Relationship Type="http://schemas.openxmlformats.org/officeDocument/2006/relationships/slide" Target="/ppt/slides/slide4.xml" Id="Rfa9a8556079345e7" /><Relationship Type="http://schemas.openxmlformats.org/officeDocument/2006/relationships/notesMaster" Target="/ppt/notesMasters/notesMaster1.xml" Id="R5a69720078674fa0" /></Relationships>
</file>

<file path=ppt/notesSlides/_rels/notesSlide5.xml.rels>&#65279;<?xml version="1.0" encoding="utf-8"?><Relationships xmlns="http://schemas.openxmlformats.org/package/2006/relationships"><Relationship Type="http://schemas.openxmlformats.org/officeDocument/2006/relationships/slide" Target="/ppt/slides/slide5.xml" Id="R789291e5b3744b26" /><Relationship Type="http://schemas.openxmlformats.org/officeDocument/2006/relationships/notesMaster" Target="/ppt/notesMasters/notesMaster1.xml" Id="Ra338328f854c479f" /></Relationships>
</file>

<file path=ppt/notesSlides/_rels/notesSlide6.xml.rels>&#65279;<?xml version="1.0" encoding="utf-8"?><Relationships xmlns="http://schemas.openxmlformats.org/package/2006/relationships"><Relationship Type="http://schemas.openxmlformats.org/officeDocument/2006/relationships/slide" Target="/ppt/slides/slide6.xml" Id="R8270e02abe164f2f" /><Relationship Type="http://schemas.openxmlformats.org/officeDocument/2006/relationships/notesMaster" Target="/ppt/notesMasters/notesMaster1.xml" Id="R046d7ea1954a4544" /></Relationships>
</file>

<file path=ppt/notesSlides/_rels/notesSlide7.xml.rels>&#65279;<?xml version="1.0" encoding="utf-8"?><Relationships xmlns="http://schemas.openxmlformats.org/package/2006/relationships"><Relationship Type="http://schemas.openxmlformats.org/officeDocument/2006/relationships/slide" Target="/ppt/slides/slide7.xml" Id="R7d43a140f7f140db" /><Relationship Type="http://schemas.openxmlformats.org/officeDocument/2006/relationships/notesMaster" Target="/ppt/notesMasters/notesMaster1.xml" Id="Rba85005e80f1466b" /></Relationships>
</file>

<file path=ppt/notesSlides/_rels/notesSlide8.xml.rels>&#65279;<?xml version="1.0" encoding="utf-8"?><Relationships xmlns="http://schemas.openxmlformats.org/package/2006/relationships"><Relationship Type="http://schemas.openxmlformats.org/officeDocument/2006/relationships/slide" Target="/ppt/slides/slide8.xml" Id="Reaaae06fcd204288" /><Relationship Type="http://schemas.openxmlformats.org/officeDocument/2006/relationships/notesMaster" Target="/ppt/notesMasters/notesMaster1.xml" Id="Rfb7fcc5ffb004a38" /></Relationships>
</file>

<file path=ppt/notesSlides/_rels/notesSlide9.xml.rels>&#65279;<?xml version="1.0" encoding="utf-8"?><Relationships xmlns="http://schemas.openxmlformats.org/package/2006/relationships"><Relationship Type="http://schemas.openxmlformats.org/officeDocument/2006/relationships/slide" Target="/ppt/slides/slide9.xml" Id="R0e55e42c4fba4c6b" /><Relationship Type="http://schemas.openxmlformats.org/officeDocument/2006/relationships/notesMaster" Target="/ppt/notesMasters/notesMaster1.xml" Id="R1fa47df3b3c842c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2497f2334744c0d" /><Relationship Type="http://schemas.openxmlformats.org/officeDocument/2006/relationships/notesMaster" Target="/ppt/notesMasters/notesMaster1.xml" Id="R041f40b64bca456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b9b30522cdf4a92" /><Relationship Type="http://schemas.openxmlformats.org/officeDocument/2006/relationships/notesMaster" Target="/ppt/notesMasters/notesMaster1.xml" Id="R400f5e9726a748b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4a532a28a0b439d" /><Relationship Type="http://schemas.openxmlformats.org/officeDocument/2006/relationships/notesMaster" Target="/ppt/notesMasters/notesMaster1.xml" Id="Rccef2a22ac414c9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99b3c400ee2443c" /><Relationship Type="http://schemas.openxmlformats.org/officeDocument/2006/relationships/notesMaster" Target="/ppt/notesMasters/notesMaster1.xml" Id="R25a3a4b35761421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cfa9f3b1a234440" /><Relationship Type="http://schemas.openxmlformats.org/officeDocument/2006/relationships/notesMaster" Target="/ppt/notesMasters/notesMaster1.xml" Id="R29142e1c524a431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73353639e0b4a14" /><Relationship Type="http://schemas.openxmlformats.org/officeDocument/2006/relationships/notesMaster" Target="/ppt/notesMasters/notesMaster1.xml" Id="Rccdc7b9d64d44c7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10912c4ad9c4218" /><Relationship Type="http://schemas.openxmlformats.org/officeDocument/2006/relationships/notesMaster" Target="/ppt/notesMasters/notesMaster1.xml" Id="R7d30aa8f4dd5475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5364601eb884e49" /><Relationship Type="http://schemas.openxmlformats.org/officeDocument/2006/relationships/notesMaster" Target="/ppt/notesMasters/notesMaster1.xml" Id="Rd5963631a8af474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f837fc2e4064ce4" /><Relationship Type="http://schemas.openxmlformats.org/officeDocument/2006/relationships/notesMaster" Target="/ppt/notesMasters/notesMaster1.xml" Id="Rc5233f21d398450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488f14bf1954cb7" /><Relationship Type="http://schemas.openxmlformats.org/officeDocument/2006/relationships/notesMaster" Target="/ppt/notesMasters/notesMaster1.xml" Id="R90c0f77a7b3d434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d99762cddf64fa1" /><Relationship Type="http://schemas.openxmlformats.org/officeDocument/2006/relationships/notesMaster" Target="/ppt/notesMasters/notesMaster1.xml" Id="Rde93df58c1704d8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2bef0fda7ac4f46" /><Relationship Type="http://schemas.openxmlformats.org/officeDocument/2006/relationships/notesMaster" Target="/ppt/notesMasters/notesMaster1.xml" Id="R7bab472f1f6e468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97101653a384c3c" /><Relationship Type="http://schemas.openxmlformats.org/officeDocument/2006/relationships/notesMaster" Target="/ppt/notesMasters/notesMaster1.xml" Id="R408f7eb982904695"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7656d2604f74608" /><Relationship Type="http://schemas.openxmlformats.org/officeDocument/2006/relationships/notesMaster" Target="/ppt/notesMasters/notesMaster1.xml" Id="Rcbe9d7cf23824dfd"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e9767df4a6e4b49" /><Relationship Type="http://schemas.openxmlformats.org/officeDocument/2006/relationships/notesMaster" Target="/ppt/notesMasters/notesMaster1.xml" Id="Rf3824387a160453b"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577cb57c6ec4470e" /><Relationship Type="http://schemas.openxmlformats.org/officeDocument/2006/relationships/notesMaster" Target="/ppt/notesMasters/notesMaster1.xml" Id="R03a5677ae123429e"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4fbceeebc7a744a9" /><Relationship Type="http://schemas.openxmlformats.org/officeDocument/2006/relationships/notesMaster" Target="/ppt/notesMasters/notesMaster1.xml" Id="Rbe7fae865c5e40b4"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878d07e5b5f14899" /><Relationship Type="http://schemas.openxmlformats.org/officeDocument/2006/relationships/notesMaster" Target="/ppt/notesMasters/notesMaster1.xml" Id="R8c86d67e80e14a6c"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99cb838f27564241" /><Relationship Type="http://schemas.openxmlformats.org/officeDocument/2006/relationships/notesMaster" Target="/ppt/notesMasters/notesMaster1.xml" Id="R3a0b39034c124228"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4d7715e37f34432f" /><Relationship Type="http://schemas.openxmlformats.org/officeDocument/2006/relationships/notesMaster" Target="/ppt/notesMasters/notesMaster1.xml" Id="Ra809d30fd019443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Åpne med å plassere Altinn Autorisasjon som det sentrale tillitslaget mellom mennesker, virksomheter, systemer og offentlige tjenester. Illustrasjonen introduserer den visuelle verdenen som går igjen i presentasjonen.</a:t>
            </a:r>
          </a:p>
          <a:p xmlns:a="http://schemas.openxmlformats.org/drawingml/2006/main">
            <a:r>
              <a:t/>
            </a:r>
          </a:p>
          <a:p xmlns:a="http://schemas.openxmlformats.org/drawingml/2006/main">
            <a:r>
              <a:t>[Sources]</a:t>
            </a:r>
          </a:p>
          <a:p xmlns:a="http://schemas.openxmlformats.org/drawingml/2006/main">
            <a:r>
              <a:t>- C:/repos/altinn-studio-docs/artifacts/altinn-autorisasjon-forsideillustrasjon-v1.png</a:t>
            </a:r>
          </a:p>
          <a:p xmlns:a="http://schemas.openxmlformats.org/drawingml/2006/main">
            <a:r>
              <a:t>- https://docs.altinn.studio/nb/authorization/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Bruk de fire menneskelige situasjonene til å gjøre domenet konkret før modellen introduseres. Daglig leder handler for virksomheten. Regnskapsføreren arbeider for en klient. Fagsystemet utfører en oppgave automatisk etter at noen har satt den i gang. Vergen hjelper en annen person, samtidig som personen selv forblir synlig og aktiv. Situasjonene bygger på ulike kilder til myndighet, men deler det samme behovet: å dokumentere hvem som kan handle på vegne av hvem.</a:t>
            </a:r>
          </a:p>
          <a:p xmlns:a="http://schemas.openxmlformats.org/drawingml/2006/main">
            <a:r>
              <a:t/>
            </a:r>
          </a:p>
          <a:p xmlns:a="http://schemas.openxmlformats.org/drawingml/2006/main">
            <a:r>
              <a:t>[Sources]</a:t>
            </a:r>
          </a:p>
          <a:p xmlns:a="http://schemas.openxmlformats.org/drawingml/2006/main">
            <a:r>
              <a:t>- C:/repos/altinn-studio-docs/artifacts/authorization-illustrations/altinn-autorisasjon-fire-menneskelige-brukssituasjoner-v1.png</a:t>
            </a:r>
          </a:p>
          <a:p xmlns:a="http://schemas.openxmlformats.org/drawingml/2006/main">
            <a:r>
              <a:t>- https://docs.altinn.studio/nb/authorization/getting-started/terms/</a:t>
            </a:r>
          </a:p>
          <a:p xmlns:a="http://schemas.openxmlformats.org/drawingml/2006/main">
            <a:r>
              <a:t>- https://docs.altinn.studio/nb/authorization/what-do-you-get/systemuser/</a:t>
            </a:r>
          </a:p>
          <a:p xmlns:a="http://schemas.openxmlformats.org/drawingml/2006/main">
            <a:r>
              <a:t>- https://docs.altinn.studio/nb/authorization/what-do-you-get/guardianship/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Autorisasjon vurderer én konkret forespørsel. Hvem er aktøren? Hvilken handling forsøker aktøren å utføre? Hvilken ressurs gjelder det? Hvem skjer det på vegne av? Den samme kombinasjonen kan få ulikt svar i ulik kontekst. Resultatet er tillat eller avvis.</a:t>
            </a:r>
          </a:p>
          <a:p xmlns:a="http://schemas.openxmlformats.org/drawingml/2006/main">
            <a:r>
              <a:t/>
            </a:r>
          </a:p>
          <a:p xmlns:a="http://schemas.openxmlformats.org/drawingml/2006/main">
            <a:r>
              <a:t>[Sources]</a:t>
            </a:r>
          </a:p>
          <a:p xmlns:a="http://schemas.openxmlformats.org/drawingml/2006/main">
            <a:r>
              <a:t>- C:/repos/altinn-studio-docs/artifacts/authorization-illustrations/altinn-autorisasjon-beslutningsport-v1.png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Autentisering bekrefter identiteten én gang. Autorisasjon vurderer deretter hver konkret handling separat. Derfor kan den samme innloggede brukeren få lov til å lese og delegere, men få avslag på signering.</a:t>
            </a:r>
          </a:p>
          <a:p xmlns:a="http://schemas.openxmlformats.org/drawingml/2006/main">
            <a:r>
              <a:t/>
            </a:r>
          </a:p>
          <a:p xmlns:a="http://schemas.openxmlformats.org/drawingml/2006/main">
            <a:r>
              <a:t>[Sources]</a:t>
            </a:r>
          </a:p>
          <a:p xmlns:a="http://schemas.openxmlformats.org/drawingml/2006/main">
            <a:r>
              <a:t>- C:/repos/altinn-studio-docs/artifacts/authorization-illustrations/altinn-autorisasjon-autentisering-vs-autorisasjon-v1.png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Forklar forskjellen mellom fullmakt og teknisk tilgang. Fullmakt er myndigheten til å handle for noen. Tilgang er den tekniske muligheten løsningen gir når fullmakten og reglene er kontrollert.</a:t>
            </a:r>
          </a:p>
          <a:p xmlns:a="http://schemas.openxmlformats.org/drawingml/2006/main">
            <a:r>
              <a:t/>
            </a:r>
          </a:p>
          <a:p xmlns:a="http://schemas.openxmlformats.org/drawingml/2006/main">
            <a:r>
              <a:t>[Sources]</a:t>
            </a:r>
          </a:p>
          <a:p xmlns:a="http://schemas.openxmlformats.org/drawingml/2006/main">
            <a:r>
              <a:t>- https://docs.altinn.studio/nb/authorization/getting-started/terms/</a:t>
            </a:r>
          </a:p>
          <a:p xmlns:a="http://schemas.openxmlformats.org/drawingml/2006/main">
            <a:r>
              <a:t>- https://docs.altinn.studio/nb/authorization/what-do-you-get/accesspackages/</a:t>
            </a:r>
          </a:p>
          <a:p xmlns:a="http://schemas.openxmlformats.org/drawingml/2006/main">
            <a:r>
              <a:t>- https://docs.altinn.studio/nb/authorization/what-do-you-get/guardianship/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Representasjonslisten er en kjent funksjon i mange løsninger. Den viser bare personer og virksomheter brukeren har en registrert rolle, fullmakt eller delegert tilgang for. Når brukeren velger en aktør, etableres konteksten for hvem det handles på vegne av. Den konkrete handlingen på den konkrete tjenesten må fortsatt autoriseres.</a:t>
            </a:r>
          </a:p>
          <a:p xmlns:a="http://schemas.openxmlformats.org/drawingml/2006/main">
            <a:r>
              <a:t/>
            </a:r>
          </a:p>
          <a:p xmlns:a="http://schemas.openxmlformats.org/drawingml/2006/main">
            <a:r>
              <a:t>[Sources]</a:t>
            </a:r>
          </a:p>
          <a:p xmlns:a="http://schemas.openxmlformats.org/drawingml/2006/main">
            <a:r>
              <a:t>- C:/repos/altinn-studio-docs/artifacts/authorization-illustrations/altinn-autorisasjon-representasjonsliste-aktorvelger-v1.png</a:t>
            </a:r>
          </a:p>
          <a:p xmlns:a="http://schemas.openxmlformats.org/drawingml/2006/main">
            <a:r>
              <a:t>- https://docs.altinn.studio/nb/authorization/getting-started/terms/</a:t>
            </a:r>
          </a:p>
          <a:p xmlns:a="http://schemas.openxmlformats.org/drawingml/2006/main">
            <a:r>
              <a:t>- https://docs.altinn.studio/nb/authorization/what-do-you-get/accessmanagement/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Avgiverlisten er en konkret funksjon mange møter uten å tenke over at den bygger på autorisasjon. Listen viser personer og virksomheter brukeren har rettigheter for og derfor kan representere. Når brukeren velger en avgiver, etableres konteksten for resten av tjenesten: den innloggede personen utfører handlingen, men på vegne av den valgte personen eller virksomheten.</a:t>
            </a:r>
          </a:p>
          <a:p xmlns:a="http://schemas.openxmlformats.org/drawingml/2006/main">
            <a:r>
              <a:t/>
            </a:r>
          </a:p>
          <a:p xmlns:a="http://schemas.openxmlformats.org/drawingml/2006/main">
            <a:r>
              <a:t>[Sources]</a:t>
            </a:r>
          </a:p>
          <a:p xmlns:a="http://schemas.openxmlformats.org/drawingml/2006/main">
            <a:r>
              <a:t>- C:/repos/altinn-studio-docs/artifacts/authorization-screenshots/avgiverliste-representasjon.png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Dette er den mentale modellen resten av tilbudet bygger opp under. Ulike produkter samler, forvalter eller bruker ulike deler av informasjonen, men beslutningsspørsmålet er det samme.</a:t>
            </a:r>
          </a:p>
          <a:p xmlns:a="http://schemas.openxmlformats.org/drawingml/2006/main">
            <a:r>
              <a:t/>
            </a:r>
          </a:p>
          <a:p xmlns:a="http://schemas.openxmlformats.org/drawingml/2006/main">
            <a:r>
              <a:t>[Sources]</a:t>
            </a:r>
          </a:p>
          <a:p xmlns:a="http://schemas.openxmlformats.org/drawingml/2006/main">
            <a:r>
              <a:t>- https://docs.altinn.studio/nb/authorization/getting-started/terms/</a:t>
            </a:r>
          </a:p>
          <a:p xmlns:a="http://schemas.openxmlformats.org/drawingml/2006/main">
            <a:r>
              <a:t>- https://docs.altinn.studio/nb/authorization/what-do-you-get/rules/</a:t>
            </a:r>
          </a:p>
          <a:p xmlns:a="http://schemas.openxmlformats.org/drawingml/2006/main">
            <a:r>
              <a:t>- https://docs.altinn.studio/nb/authorization/what-do-you-get/accesscontrol/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Bruk dette som kartet for resten av den visuelle fortellingen. På den ene siden defineres og publiseres regler. På den andre siden håndheves de når noen prøver å bruke en tjeneste. PDP er beslutningspunktet som binder de to verdenene sammen.</a:t>
            </a:r>
          </a:p>
          <a:p xmlns:a="http://schemas.openxmlformats.org/drawingml/2006/main">
            <a:r>
              <a:t/>
            </a:r>
          </a:p>
          <a:p xmlns:a="http://schemas.openxmlformats.org/drawingml/2006/main">
            <a:r>
              <a:t>[Sources]</a:t>
            </a:r>
          </a:p>
          <a:p xmlns:a="http://schemas.openxmlformats.org/drawingml/2006/main">
            <a:r>
              <a:t>- C:/repos/altinn-studio-docs/artifacts/authorization-illustrations/altinn-autorisasjon-oversikt-pep-pdp-pap-v1.png</a:t>
            </a:r>
          </a:p>
          <a:p xmlns:a="http://schemas.openxmlformats.org/drawingml/2006/main">
            <a:r>
              <a:t>- https://docs.altinn.studio/nb/authorization/</a:t>
            </a:r>
          </a:p>
          <a:p xmlns:a="http://schemas.openxmlformats.org/drawingml/2006/main">
            <a:r>
              <a:t>- https://docs.altinn.studio/nb/authorization/getting-started/terms/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Forklar Ressursregisteret som autorisasjonsområdets tjenestekatalog. Det beskriver ressursene som kan beskyttes og peker autorisasjonsmotoren mot riktig regelverk. De faktiske tjenestene lever andre steder; registeret gir dem et felles autorisasjonsspråk.</a:t>
            </a:r>
          </a:p>
          <a:p xmlns:a="http://schemas.openxmlformats.org/drawingml/2006/main">
            <a:r>
              <a:t/>
            </a:r>
          </a:p>
          <a:p xmlns:a="http://schemas.openxmlformats.org/drawingml/2006/main">
            <a:r>
              <a:t>[Sources]</a:t>
            </a:r>
          </a:p>
          <a:p xmlns:a="http://schemas.openxmlformats.org/drawingml/2006/main">
            <a:r>
              <a:t>- C:/repos/altinn-studio-docs/artifacts/authorization-illustrations/altinn-autorisasjon-ressursregister-tjenestekatalog-v1.png</a:t>
            </a:r>
          </a:p>
          <a:p xmlns:a="http://schemas.openxmlformats.org/drawingml/2006/main">
            <a:r>
              <a:t>- https://docs.altinn.studio/nb/authorization/what-do-you-get/resourceregistry/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Gå gjennom lagene fra bunnen og opp: den faktiske tjenesten får en stabil ressursidentitet, en beskrivelse og eier, operasjoner som kan utføres, og policy som sier hvem som kan utføre dem. Dette gjør en konkret tjeneste forståelig for autorisasjonsløsningen.</a:t>
            </a:r>
          </a:p>
          <a:p xmlns:a="http://schemas.openxmlformats.org/drawingml/2006/main">
            <a:r>
              <a:t/>
            </a:r>
          </a:p>
          <a:p xmlns:a="http://schemas.openxmlformats.org/drawingml/2006/main">
            <a:r>
              <a:t>[Sources]</a:t>
            </a:r>
          </a:p>
          <a:p xmlns:a="http://schemas.openxmlformats.org/drawingml/2006/main">
            <a:r>
              <a:t>- C:/repos/altinn-studio-docs/artifacts/authorization-illustrations/altinn-autorisasjon-ressurs-identitet-operasjoner-policy-v1.png</a:t>
            </a:r>
          </a:p>
          <a:p xmlns:a="http://schemas.openxmlformats.org/drawingml/2006/main">
            <a:r>
              <a:t>- https://docs.altinn.studio/nb/authorization/what-do-you-get/resourceregistry/</a:t>
            </a:r>
          </a:p>
          <a:p xmlns:a="http://schemas.openxmlformats.org/drawingml/2006/main">
            <a:r>
              <a:t>- https://docs.altinn.studio/nb/authorization/getting-started/resource/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Denne vurderingen skjer før den tekniske policyen. Tjenesteeieren er ansvarlig for hvem som skal kunne bruke tjenesten, mens juss, fag, sikkerhet og personvern bidrar med nødvendig grunnlag. Resultatet er en tilgangsmodell – ikke konfigurasjon i PAP.</a:t>
            </a:r>
          </a:p>
          <a:p xmlns:a="http://schemas.openxmlformats.org/drawingml/2006/main">
            <a:r>
              <a:t/>
            </a:r>
          </a:p>
          <a:p xmlns:a="http://schemas.openxmlformats.org/drawingml/2006/main">
            <a:r>
              <a:t>[Sources]</a:t>
            </a:r>
          </a:p>
          <a:p xmlns:a="http://schemas.openxmlformats.org/drawingml/2006/main">
            <a:r>
              <a:t>- C:/repos/altinn-studio-docs/artifacts/authorization-illustrations/altinn-autorisasjon-tjenesteeier-juss-tilgangsmodell-v1.png</a:t>
            </a:r>
          </a:p>
          <a:p xmlns:a="http://schemas.openxmlformats.org/drawingml/2006/main">
            <a:r>
              <a:t>- https://docs.altinn.studio/nb/authorization/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Vis ansvarsovergangen. Altinn PDP finner ikke ut hvem som bør få tilgang. PDP anvender den maskinlesbare policyen som bygger på tjenesteeierens tilgangsmodell. Altinn tilbyr mekanismen for å uttrykke og evaluere reglene i konkrete forespørsler.</a:t>
            </a:r>
          </a:p>
          <a:p xmlns:a="http://schemas.openxmlformats.org/drawingml/2006/main">
            <a:r>
              <a:t/>
            </a:r>
          </a:p>
          <a:p xmlns:a="http://schemas.openxmlformats.org/drawingml/2006/main">
            <a:r>
              <a:t>[Sources]</a:t>
            </a:r>
          </a:p>
          <a:p xmlns:a="http://schemas.openxmlformats.org/drawingml/2006/main">
            <a:r>
              <a:t>- C:/repos/altinn-studio-docs/artifacts/authorization-illustrations/altinn-autorisasjon-ansvarsdeling-tilgangsmodell-policy-pdp-v1.png</a:t>
            </a:r>
          </a:p>
          <a:p xmlns:a="http://schemas.openxmlformats.org/drawingml/2006/main">
            <a:r>
              <a:t>- https://docs.altinn.studio/nb/authorization/getting-started/terms/</a:t>
            </a:r>
          </a:p>
          <a:p xmlns:a="http://schemas.openxmlformats.org/drawingml/2006/main">
            <a:r>
              <a:t>- https://docs.altinn.studio/nb/authorization/reference/policy/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Skill tydelig mellom å forvalte reglene og å bruke dem. Tjenesteeieren utformer og publiserer policy gjennom PAP. Den publiserte policyen blir senere lest av PDP når en konkret forespørsel skal avgjøres.</a:t>
            </a:r>
          </a:p>
          <a:p xmlns:a="http://schemas.openxmlformats.org/drawingml/2006/main">
            <a:r>
              <a:t/>
            </a:r>
          </a:p>
          <a:p xmlns:a="http://schemas.openxmlformats.org/drawingml/2006/main">
            <a:r>
              <a:t>[Sources]</a:t>
            </a:r>
          </a:p>
          <a:p xmlns:a="http://schemas.openxmlformats.org/drawingml/2006/main">
            <a:r>
              <a:t>- C:/repos/altinn-studio-docs/artifacts/authorization-illustrations/altinn-autorisasjon-policy-pap-pdp-v1.png</a:t>
            </a:r>
          </a:p>
          <a:p xmlns:a="http://schemas.openxmlformats.org/drawingml/2006/main">
            <a:r>
              <a:t>- https://docs.altinn.studio/nb/authorization/getting-started/terms/</a:t>
            </a:r>
          </a:p>
          <a:p xmlns:a="http://schemas.openxmlformats.org/drawingml/2006/main">
            <a:r>
              <a:t>- https://docs.altinn.studio/nb/authorization/reference/policy/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Dette er Policy Administration Point i praksis. I Altinn Studio beskriver tjenesteeieren sikkerhetsnivået, hvilken ressurs eller subressurs regelen gjelder for, handlingen som skal tillates og hvem som skal kunne få rettigheten. Her er handlingen «Les», og målgruppen er blant annet tilgangspakkene «Ansvarlig revisor» og «Revisormedarbeider». Når reglene publiseres, blir policyen en del av beslutningsgrunnlaget PDP bruker i runtime.</a:t>
            </a:r>
          </a:p>
          <a:p xmlns:a="http://schemas.openxmlformats.org/drawingml/2006/main">
            <a:r>
              <a:t/>
            </a:r>
          </a:p>
          <a:p xmlns:a="http://schemas.openxmlformats.org/drawingml/2006/main">
            <a:r>
              <a:t>[Sources]</a:t>
            </a:r>
          </a:p>
          <a:p xmlns:a="http://schemas.openxmlformats.org/drawingml/2006/main">
            <a:r>
              <a:t>- C:/repos/altinn-studio-docs/artifacts/authorization-screenshots/pap-altinn-studio-tilgangsregler.png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Følg forespørselen fra venstre mot høyre. En person eller et system prøver å utføre en operasjon. PEP stopper forespørselen ved grensen og spør PDP. PDP vurderer identitet, ressurs, operasjon, representasjon og regler, og svarer tillat eller avvis. PEP håndhever svaret.</a:t>
            </a:r>
          </a:p>
          <a:p xmlns:a="http://schemas.openxmlformats.org/drawingml/2006/main">
            <a:r>
              <a:t/>
            </a:r>
          </a:p>
          <a:p xmlns:a="http://schemas.openxmlformats.org/drawingml/2006/main">
            <a:r>
              <a:t>[Sources]</a:t>
            </a:r>
          </a:p>
          <a:p xmlns:a="http://schemas.openxmlformats.org/drawingml/2006/main">
            <a:r>
              <a:t>- C:/repos/altinn-studio-docs/artifacts/authorization-illustrations/altinn-autorisasjon-runtime-pep-pdp-v1.png</a:t>
            </a:r>
          </a:p>
          <a:p xmlns:a="http://schemas.openxmlformats.org/drawingml/2006/main">
            <a:r>
              <a:t>- https://docs.altinn.studio/nb/authorization/getting-started/terms/</a:t>
            </a:r>
          </a:p>
          <a:p xmlns:a="http://schemas.openxmlformats.org/drawingml/2006/main">
            <a:r>
              <a:t>- https://docs.altinn.studio/nb/authorization/what-do-you-get/accesscontrol/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 daglig leder eller en annen person med relevant offisiell rolle får et utgangspunkt fra Enhetsregisteret. Vedkommende kan deretter delegere til ansatte eller systemer i virksomheten. Poenget er at myndigheten kan forvaltes videre uten å endre den offisielle rollen.</a:t>
            </a:r>
          </a:p>
          <a:p xmlns:a="http://schemas.openxmlformats.org/drawingml/2006/main">
            <a:r>
              <a:t/>
            </a:r>
          </a:p>
          <a:p xmlns:a="http://schemas.openxmlformats.org/drawingml/2006/main">
            <a:r>
              <a:t>[Sources]</a:t>
            </a:r>
          </a:p>
          <a:p xmlns:a="http://schemas.openxmlformats.org/drawingml/2006/main">
            <a:r>
              <a:t>- C:/repos/altinn-studio-docs/artifacts/authorization-illustrations/altinn-autorisasjon-delegasjon-offisiell-rolle-v1.png</a:t>
            </a:r>
          </a:p>
          <a:p xmlns:a="http://schemas.openxmlformats.org/drawingml/2006/main">
            <a:r>
              <a:t>- https://docs.altinn.studio/nb/authorization/what-do-you-get/accessmanagement/</a:t>
            </a:r>
          </a:p>
          <a:p xmlns:a="http://schemas.openxmlformats.org/drawingml/2006/main">
            <a:r>
              <a:t>- https://www.brreg.no/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Brukeroversikten samler personer og virksomheter som kan handle for den valgte virksomheten. Noen får myndighet gjennom offisielle roller, mens andre har fått delegert fullmakt. Valget for klienttilgang gjør det mulig å inkludere systemer i den samme oversikten.</a:t>
            </a:r>
          </a:p>
          <a:p xmlns:a="http://schemas.openxmlformats.org/drawingml/2006/main">
            <a:r>
              <a:t/>
            </a:r>
          </a:p>
          <a:p xmlns:a="http://schemas.openxmlformats.org/drawingml/2006/main">
            <a:r>
              <a:t>[Sources]</a:t>
            </a:r>
          </a:p>
          <a:p xmlns:a="http://schemas.openxmlformats.org/drawingml/2006/main">
            <a:r>
              <a:t>- C:/repos/altinn-studio-docs/artifacts/authorization-screenshots/altinn-tilgangsstyring-brukere-med-fullmakter-v1.png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Kontraster de to modellene. En enkelttilgang gir en bestemt operasjon på en bestemt tjeneste, for eksempel lese på tjeneste A. En tilgangspakke samler flere relevante tilganger innen et fagområde og gjør hverdagsforvaltningen enklere.</a:t>
            </a:r>
          </a:p>
          <a:p xmlns:a="http://schemas.openxmlformats.org/drawingml/2006/main">
            <a:r>
              <a:t/>
            </a:r>
          </a:p>
          <a:p xmlns:a="http://schemas.openxmlformats.org/drawingml/2006/main">
            <a:r>
              <a:t>[Sources]</a:t>
            </a:r>
          </a:p>
          <a:p xmlns:a="http://schemas.openxmlformats.org/drawingml/2006/main">
            <a:r>
              <a:t>- C:/repos/altinn-studio-docs/artifacts/authorization-illustrations/altinn-autorisasjon-enkelttilgang-vs-tilgangspakke-v1.png</a:t>
            </a:r>
          </a:p>
          <a:p xmlns:a="http://schemas.openxmlformats.org/drawingml/2006/main">
            <a:r>
              <a:t>- https://docs.altinn.studio/nb/authorization/what-do-you-get/accessmanagement/</a:t>
            </a:r>
          </a:p>
          <a:p xmlns:a="http://schemas.openxmlformats.org/drawingml/2006/main">
            <a:r>
              <a:t>- https://docs.altinn.studio/nb/authorization/what-do-you-get/accesspackages/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Når en ny ansatt er opprettet som bruker, velger virksomheten hva personen skal jobbe med. Tilgangene er gruppert i fagområder og tilgangspakker, slik at de kan velges på et forståelig nivå fremfor én tjeneste om gangen. Dette er grensesnittet som konkretiserer modellen fra forrige lysbilde.</a:t>
            </a:r>
          </a:p>
          <a:p xmlns:a="http://schemas.openxmlformats.org/drawingml/2006/main">
            <a:r>
              <a:t/>
            </a:r>
          </a:p>
          <a:p xmlns:a="http://schemas.openxmlformats.org/drawingml/2006/main">
            <a:r>
              <a:t>[Sources]</a:t>
            </a:r>
          </a:p>
          <a:p xmlns:a="http://schemas.openxmlformats.org/drawingml/2006/main">
            <a:r>
              <a:t>- C:/repos/altinn-studio-docs/artifacts/authorization-screenshots/altinn-tilgangsstyring-ny-ansatt-tilgangspakker-v1.png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Knytt delegasjonen til runtime. Når den ansatte eller systemet senere prøver å bruke tjenesten, slår PDP opp de delegerte tilgangene sammen med øvrige relevante fakta og policy. Resultatet sendes til PEP, som åpner eller stopper forespørselen.</a:t>
            </a:r>
          </a:p>
          <a:p xmlns:a="http://schemas.openxmlformats.org/drawingml/2006/main">
            <a:r>
              <a:t/>
            </a:r>
          </a:p>
          <a:p xmlns:a="http://schemas.openxmlformats.org/drawingml/2006/main">
            <a:r>
              <a:t>[Sources]</a:t>
            </a:r>
          </a:p>
          <a:p xmlns:a="http://schemas.openxmlformats.org/drawingml/2006/main">
            <a:r>
              <a:t>- C:/repos/altinn-studio-docs/artifacts/authorization-illustrations/altinn-autorisasjon-delegert-tilgang-runtime-v1.png</a:t>
            </a:r>
          </a:p>
          <a:p xmlns:a="http://schemas.openxmlformats.org/drawingml/2006/main">
            <a:r>
              <a:t>- https://docs.altinn.studio/nb/authorization/what-do-you-get/accessmanagement/</a:t>
            </a:r>
          </a:p>
          <a:p xmlns:a="http://schemas.openxmlformats.org/drawingml/2006/main">
            <a:r>
              <a:t>- https://docs.altinn.studio/nb/authorization/what-do-you-get/accesscontrol/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Avslutt den visuelle kjeden med å vise hvordan elementene møtes. PEP sender ressurs-ID, operasjon og kontekst til PDP. PDP bruker Ressursregisteret til å forstå ressursen og finne riktig policy, kombinerer dette med tilgangsgrunnlaget og returnerer beslutningen.</a:t>
            </a:r>
          </a:p>
          <a:p xmlns:a="http://schemas.openxmlformats.org/drawingml/2006/main">
            <a:r>
              <a:t/>
            </a:r>
          </a:p>
          <a:p xmlns:a="http://schemas.openxmlformats.org/drawingml/2006/main">
            <a:r>
              <a:t>[Sources]</a:t>
            </a:r>
          </a:p>
          <a:p xmlns:a="http://schemas.openxmlformats.org/drawingml/2006/main">
            <a:r>
              <a:t>- C:/repos/altinn-studio-docs/artifacts/authorization-illustrations/altinn-autorisasjon-ressursregister-runtime-pdp-v1.png</a:t>
            </a:r>
          </a:p>
          <a:p xmlns:a="http://schemas.openxmlformats.org/drawingml/2006/main">
            <a:r>
              <a:t>- https://docs.altinn.studio/nb/authorization/what-do-you-get/resourceregistry/</a:t>
            </a:r>
          </a:p>
          <a:p xmlns:a="http://schemas.openxmlformats.org/drawingml/2006/main">
            <a:r>
              <a:t>- https://docs.altinn.studio/nb/authorization/what-do-you-get/accesscontrol/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Systembruker supplerer Maskinporten. Maskinporten bidrar med sikker autentisering og grovkornet tilgang. Altinn Autorisasjon utvider dette med finkornet fullmakt til bestemte oppgaver på vegne av virksomheten.</a:t>
            </a:r>
          </a:p>
          <a:p xmlns:a="http://schemas.openxmlformats.org/drawingml/2006/main">
            <a:r>
              <a:t/>
            </a:r>
          </a:p>
          <a:p xmlns:a="http://schemas.openxmlformats.org/drawingml/2006/main">
            <a:r>
              <a:t>[Sources]</a:t>
            </a:r>
          </a:p>
          <a:p xmlns:a="http://schemas.openxmlformats.org/drawingml/2006/main">
            <a:r>
              <a:t>- https://docs.altinn.studio/nb/authorization/what-do-you-get/systemuser/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Samtykke er en teknisk løsning for deling av data. Altinn håndterer dialogen og gir datakonsumenten et samtykketoken. Datakilden må validere tokenet før data deles. Brukeren skal kunne forstå og trekke tilbake samtykket.</a:t>
            </a:r>
          </a:p>
          <a:p xmlns:a="http://schemas.openxmlformats.org/drawingml/2006/main">
            <a:r>
              <a:t/>
            </a:r>
          </a:p>
          <a:p xmlns:a="http://schemas.openxmlformats.org/drawingml/2006/main">
            <a:r>
              <a:t>[Sources]</a:t>
            </a:r>
          </a:p>
          <a:p xmlns:a="http://schemas.openxmlformats.org/drawingml/2006/main">
            <a:r>
              <a:t>- https://docs.altinn.studio/nb/authorization/what-do-you-get/consent/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Samtykke gir mottakeren en avgrenset tilgang – ikke generell representasjonsrett. Den som samtykker kontrollerer hvem som får tilgang, hvilke data eller ressurser det gjelder, hvilke handlinger som er tillatt og hvor lenge samtykket gjelder. Samtykket kan utløpe eller trekkes tilbake. I en konkret forespørsel kan samtykket inngå som en del av autorisasjonsgrunnlaget.</a:t>
            </a:r>
          </a:p>
          <a:p xmlns:a="http://schemas.openxmlformats.org/drawingml/2006/main">
            <a:r>
              <a:t/>
            </a:r>
          </a:p>
          <a:p xmlns:a="http://schemas.openxmlformats.org/drawingml/2006/main">
            <a:r>
              <a:t>[Sources]</a:t>
            </a:r>
          </a:p>
          <a:p xmlns:a="http://schemas.openxmlformats.org/drawingml/2006/main">
            <a:r>
              <a:t>- C:/repos/altinn-studio-docs/artifacts/authorization-illustrations/altinn-autorisasjon-samtykke-avgrenset-datatilgang-v1.png</a:t>
            </a:r>
          </a:p>
          <a:p xmlns:a="http://schemas.openxmlformats.org/drawingml/2006/main">
            <a:r>
              <a:t>- https://docs.altinn.studio/nb/authorization/what-do-you-get/consent/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Folkeregisteret er autoritativ kilde for vergefullmaktene. Altinn kobler vergefullmaktene mot tilgangspakker. Tjenesteeieren må støtte vergemål i tjenesten og kontrollere fullmakten.</a:t>
            </a:r>
          </a:p>
          <a:p xmlns:a="http://schemas.openxmlformats.org/drawingml/2006/main">
            <a:r>
              <a:t/>
            </a:r>
          </a:p>
          <a:p xmlns:a="http://schemas.openxmlformats.org/drawingml/2006/main">
            <a:r>
              <a:t>[Sources]</a:t>
            </a:r>
          </a:p>
          <a:p xmlns:a="http://schemas.openxmlformats.org/drawingml/2006/main">
            <a:r>
              <a:t>- https://docs.altinn.studio/nb/authorization/what-do-you-get/guardianship/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Knytt presentasjonen til publikum. UX trenger brukerens språk og kontroll. Utviklere trenger beslutningsmodellen. Servicedesk trenger å skille innlogging, fullmakt, regel og håndheving. Produktarbeidet må se helheten.</a:t>
            </a:r>
          </a:p>
          <a:p xmlns:a="http://schemas.openxmlformats.org/drawingml/2006/main">
            <a:r>
              <a:t/>
            </a:r>
          </a:p>
          <a:p xmlns:a="http://schemas.openxmlformats.org/drawingml/2006/main">
            <a:r>
              <a:t>[Sources]</a:t>
            </a:r>
          </a:p>
          <a:p xmlns:a="http://schemas.openxmlformats.org/drawingml/2006/main">
            <a:r>
              <a:t>- https://docs.altinn.studio/nb/authorization/what-do-you-get/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Bruk dette som forventningsavklaring. Altinn tilbyr felles funksjoner, men eier ikke betydningen av hver tjeneste eller alle kildedata. Tjenesteeieren definerer reglene og håndhever beslutningen. Register- og dataeiere er ansvarlige for autoritative opplysninger.</a:t>
            </a:r>
          </a:p>
          <a:p xmlns:a="http://schemas.openxmlformats.org/drawingml/2006/main">
            <a:r>
              <a:t/>
            </a:r>
          </a:p>
          <a:p xmlns:a="http://schemas.openxmlformats.org/drawingml/2006/main">
            <a:r>
              <a:t>[Sources]</a:t>
            </a:r>
          </a:p>
          <a:p xmlns:a="http://schemas.openxmlformats.org/drawingml/2006/main">
            <a:r>
              <a:t>- https://docs.altinn.studio/nb/authorization/what-do-you-get/resourceadministration/</a:t>
            </a:r>
          </a:p>
          <a:p xmlns:a="http://schemas.openxmlformats.org/drawingml/2006/main">
            <a:r>
              <a:t>- https://docs.altinn.studio/nb/authorization/what-do-you-get/accesscontrol/</a:t>
            </a:r>
          </a:p>
          <a:p xmlns:a="http://schemas.openxmlformats.org/drawingml/2006/main">
            <a:r>
              <a:t>- https://docs.altinn.studio/nb/authorization/what-do-you-get/guardianship/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Avslutt ved å vende tilbake til kjernespørsmålet. Inviter publikum til å bruke modellen når de møter et nytt produktnavn eller en supporthenvendelse. Pek frem mot den tekniske presentasjonen om systemlandskap og flyt.</a:t>
            </a:r>
          </a:p>
          <a:p xmlns:a="http://schemas.openxmlformats.org/drawingml/2006/main">
            <a:r>
              <a:t/>
            </a:r>
          </a:p>
          <a:p xmlns:a="http://schemas.openxmlformats.org/drawingml/2006/main">
            <a:r>
              <a:t>[Sources]</a:t>
            </a:r>
          </a:p>
          <a:p xmlns:a="http://schemas.openxmlformats.org/drawingml/2006/main">
            <a:r>
              <a:t>- https://docs.altinn.studio/nb/authorization/</a:t>
            </a:r>
          </a:p>
          <a:p xmlns:a="http://schemas.openxmlformats.org/drawingml/2006/main">
            <a:r>
              <a:t>- https://docs.altinn.studio/nb/authorization/what-do-you-get/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0576a1eff3a46e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b3027b77e154078" /><Relationship Type="http://schemas.openxmlformats.org/officeDocument/2006/relationships/slideLayout" Target="/ppt/slideLayouts/slideLayout1.xml" Id="R80f6bd53e444469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0f6bd53e444469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04babd56c434124" /><Relationship Type="http://schemas.openxmlformats.org/officeDocument/2006/relationships/image" Target="/ppt/media/image.png" Id="Ree16c1ce416a4bce" /><Relationship Type="http://schemas.openxmlformats.org/officeDocument/2006/relationships/notesSlide" Target="/ppt/notesSlides/notesSlide1.xml" Id="Rc236b211fa88407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785d856b8424824" /><Relationship Type="http://schemas.openxmlformats.org/officeDocument/2006/relationships/image" Target="/ppt/media/image2.png" Id="R8c359e21534d4342" /><Relationship Type="http://schemas.openxmlformats.org/officeDocument/2006/relationships/notesSlide" Target="/ppt/notesSlides/notesSlide2.xml" Id="Ree243fd0fe954c7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ef624d21f074414" /><Relationship Type="http://schemas.openxmlformats.org/officeDocument/2006/relationships/image" Target="/ppt/media/image3.png" Id="Re0648ddac7b44b09" /><Relationship Type="http://schemas.openxmlformats.org/officeDocument/2006/relationships/notesSlide" Target="/ppt/notesSlides/notesSlide3.xml" Id="Rec85fc7da04c43d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c6b388364dd40d9" /><Relationship Type="http://schemas.openxmlformats.org/officeDocument/2006/relationships/image" Target="/ppt/media/image4.png" Id="R955efe5157214c19" /><Relationship Type="http://schemas.openxmlformats.org/officeDocument/2006/relationships/notesSlide" Target="/ppt/notesSlides/notesSlide4.xml" Id="Re30656644d964a8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431cf3a7733471d" /><Relationship Type="http://schemas.openxmlformats.org/officeDocument/2006/relationships/notesSlide" Target="/ppt/notesSlides/notesSlide5.xml" Id="R36d43a0d1245401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1361c15f3cf438e" /><Relationship Type="http://schemas.openxmlformats.org/officeDocument/2006/relationships/image" Target="/ppt/media/image5.png" Id="Rac13af1c226e45fd" /><Relationship Type="http://schemas.openxmlformats.org/officeDocument/2006/relationships/notesSlide" Target="/ppt/notesSlides/notesSlide6.xml" Id="R85cbedee4c584d3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51823f994b94623" /><Relationship Type="http://schemas.openxmlformats.org/officeDocument/2006/relationships/image" Target="/ppt/media/image6.png" Id="Rc002e5ea77ff4f10" /><Relationship Type="http://schemas.openxmlformats.org/officeDocument/2006/relationships/notesSlide" Target="/ppt/notesSlides/notesSlide7.xml" Id="R526863b297b042f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52de33de6cf43d6" /><Relationship Type="http://schemas.openxmlformats.org/officeDocument/2006/relationships/notesSlide" Target="/ppt/notesSlides/notesSlide8.xml" Id="R3ee262759baf484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9374cf5e94d41cb" /><Relationship Type="http://schemas.openxmlformats.org/officeDocument/2006/relationships/image" Target="/ppt/media/image7.png" Id="Rabc6d54c480a4741" /><Relationship Type="http://schemas.openxmlformats.org/officeDocument/2006/relationships/notesSlide" Target="/ppt/notesSlides/notesSlide9.xml" Id="Rc54267a5bdaa41f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c1f89bb9b4c41ad" /><Relationship Type="http://schemas.openxmlformats.org/officeDocument/2006/relationships/image" Target="/ppt/media/image8.png" Id="Rc4dd644ea3594195" /><Relationship Type="http://schemas.openxmlformats.org/officeDocument/2006/relationships/notesSlide" Target="/ppt/notesSlides/notesSlide10.xml" Id="R1bbfe28c2a684a2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6ed70f257094dfa" /><Relationship Type="http://schemas.openxmlformats.org/officeDocument/2006/relationships/image" Target="/ppt/media/image9.png" Id="R71d52424c6fa4a7d" /><Relationship Type="http://schemas.openxmlformats.org/officeDocument/2006/relationships/notesSlide" Target="/ppt/notesSlides/notesSlide11.xml" Id="R0180cdbb03044ab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386d8d97d1041fb" /><Relationship Type="http://schemas.openxmlformats.org/officeDocument/2006/relationships/image" Target="/ppt/media/image10.png" Id="R3b262c05ca91408f" /><Relationship Type="http://schemas.openxmlformats.org/officeDocument/2006/relationships/notesSlide" Target="/ppt/notesSlides/notesSlide12.xml" Id="R5583ef28dce042e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8d9267b4e5847c2" /><Relationship Type="http://schemas.openxmlformats.org/officeDocument/2006/relationships/image" Target="/ppt/media/image11.png" Id="R27e4bf1d886f4cea" /><Relationship Type="http://schemas.openxmlformats.org/officeDocument/2006/relationships/notesSlide" Target="/ppt/notesSlides/notesSlide13.xml" Id="R457264cb3be543c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4aac0115ac94d03" /><Relationship Type="http://schemas.openxmlformats.org/officeDocument/2006/relationships/image" Target="/ppt/media/image12.png" Id="Rca71624ce1b5496f" /><Relationship Type="http://schemas.openxmlformats.org/officeDocument/2006/relationships/notesSlide" Target="/ppt/notesSlides/notesSlide14.xml" Id="R63bce5920fc3444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dffda4bc8ba64e1e" /><Relationship Type="http://schemas.openxmlformats.org/officeDocument/2006/relationships/image" Target="/ppt/media/image13.png" Id="Rd4ff3fdc6f8b4092" /><Relationship Type="http://schemas.openxmlformats.org/officeDocument/2006/relationships/image" Target="/ppt/media/image14.png" Id="Rf7b4f070705d4a9e" /><Relationship Type="http://schemas.openxmlformats.org/officeDocument/2006/relationships/notesSlide" Target="/ppt/notesSlides/notesSlide15.xml" Id="Rc84abd4b377849d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9c9a0a0551e74b22" /><Relationship Type="http://schemas.openxmlformats.org/officeDocument/2006/relationships/image" Target="/ppt/media/image15.png" Id="R6937da958d3240d9" /><Relationship Type="http://schemas.openxmlformats.org/officeDocument/2006/relationships/notesSlide" Target="/ppt/notesSlides/notesSlide16.xml" Id="Rcb51963c945544a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949154121b96486e" /><Relationship Type="http://schemas.openxmlformats.org/officeDocument/2006/relationships/image" Target="/ppt/media/image16.png" Id="R73e8e70f45164c49" /><Relationship Type="http://schemas.openxmlformats.org/officeDocument/2006/relationships/notesSlide" Target="/ppt/notesSlides/notesSlide17.xml" Id="R813c466ff693428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eb1c30fe66cd448e" /><Relationship Type="http://schemas.openxmlformats.org/officeDocument/2006/relationships/image" Target="/ppt/media/image17.png" Id="Rc95832e238eb43e5" /><Relationship Type="http://schemas.openxmlformats.org/officeDocument/2006/relationships/notesSlide" Target="/ppt/notesSlides/notesSlide18.xml" Id="R2f5be9677806423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95d8a46c8deb4005" /><Relationship Type="http://schemas.openxmlformats.org/officeDocument/2006/relationships/image" Target="/ppt/media/image18.png" Id="Re9d23f9c9f9e4bc0" /><Relationship Type="http://schemas.openxmlformats.org/officeDocument/2006/relationships/notesSlide" Target="/ppt/notesSlides/notesSlide19.xml" Id="R244a8f91708d45f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018132a3aafe47e5" /><Relationship Type="http://schemas.openxmlformats.org/officeDocument/2006/relationships/image" Target="/ppt/media/image19.png" Id="R7b455e9356dc4848" /><Relationship Type="http://schemas.openxmlformats.org/officeDocument/2006/relationships/notesSlide" Target="/ppt/notesSlides/notesSlide20.xml" Id="R5d0684673d4f4632"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3125bcff40664ed5" /><Relationship Type="http://schemas.openxmlformats.org/officeDocument/2006/relationships/image" Target="/ppt/media/image20.png" Id="Rc4cac02ffd8941e2" /><Relationship Type="http://schemas.openxmlformats.org/officeDocument/2006/relationships/notesSlide" Target="/ppt/notesSlides/notesSlide21.xml" Id="R2e9c5c7891704ef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6691968662654f4a" /><Relationship Type="http://schemas.openxmlformats.org/officeDocument/2006/relationships/image" Target="/ppt/media/image21.png" Id="Rcc87cb8b74e24dbb" /><Relationship Type="http://schemas.openxmlformats.org/officeDocument/2006/relationships/notesSlide" Target="/ppt/notesSlides/notesSlide22.xml" Id="R24e2b81d79684708"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a39ee75aa96b479c" /><Relationship Type="http://schemas.openxmlformats.org/officeDocument/2006/relationships/notesSlide" Target="/ppt/notesSlides/notesSlide23.xml" Id="Re5b95edc8bc94c4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ab08d8d895454dd0" /><Relationship Type="http://schemas.openxmlformats.org/officeDocument/2006/relationships/notesSlide" Target="/ppt/notesSlides/notesSlide24.xml" Id="R33a482ba21ab4d04"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b4501aae2f584ce5" /><Relationship Type="http://schemas.openxmlformats.org/officeDocument/2006/relationships/image" Target="/ppt/media/image22.png" Id="R6bd1e6f4c00f436e" /><Relationship Type="http://schemas.openxmlformats.org/officeDocument/2006/relationships/notesSlide" Target="/ppt/notesSlides/notesSlide25.xml" Id="R2091e569c15c4135"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4b796016542d43ff" /><Relationship Type="http://schemas.openxmlformats.org/officeDocument/2006/relationships/notesSlide" Target="/ppt/notesSlides/notesSlide26.xml" Id="R2003b54783dd48a0"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3ecaa1898b424424" /><Relationship Type="http://schemas.openxmlformats.org/officeDocument/2006/relationships/notesSlide" Target="/ppt/notesSlides/notesSlide27.xml" Id="R8fb681ce2ac44e2d"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04db4d9d8c454ec7" /><Relationship Type="http://schemas.openxmlformats.org/officeDocument/2006/relationships/notesSlide" Target="/ppt/notesSlides/notesSlide28.xml" Id="Re916ff7382014414"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2d47e047140e457b" /><Relationship Type="http://schemas.openxmlformats.org/officeDocument/2006/relationships/notesSlide" Target="/ppt/notesSlides/notesSlide29.xml" Id="R9feafb1d135a4708" /></Relationships>
</file>

<file path=ppt/slides/slide1.xml><?xml version="1.0" encoding="utf-8"?>
<p:sld xmlns:p="http://schemas.openxmlformats.org/presentationml/2006/main">
  <p:cSld>
    <p:bg>
      <p:bgPr>
        <a:solidFill xmlns:a="http://schemas.openxmlformats.org/drawingml/2006/main">
          <a:srgbClr val="022F51"/>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ee16c1ce416a4bce"/>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BA93F40-026D-4E67-A20B-B25D6622165F}"/>
              </a:ext>
            </a:extLst>
          </p:cNvPr>
          <p:cNvSpPr>
            <a:spLocks xmlns:a="http://schemas.openxmlformats.org/drawingml/2006/main" noGrp="1"/>
          </p:cNvSpPr>
          <p:nvPr/>
        </p:nvSpPr>
        <p:spPr>
          <a:xfrm xmlns:a="http://schemas.openxmlformats.org/drawingml/2006/main">
            <a:off x="0" y="0"/>
            <a:ext cx="5219700" cy="6858000"/>
          </a:xfrm>
          <a:prstGeom xmlns:a="http://schemas.openxmlformats.org/drawingml/2006/main" prst="rect">
            <a:avLst/>
          </a:prstGeom>
          <a:solidFill xmlns:a="http://schemas.openxmlformats.org/drawingml/2006/main">
            <a:srgbClr val="022F51"/>
          </a:solidFill>
          <a:ln xmlns:a="http://schemas.openxmlformats.org/drawingml/2006/main" w="0">
            <a:solidFill>
              <a:srgbClr val="022F51"/>
            </a:solidFill>
            <a:prstDash val="solid"/>
          </a:ln>
        </p:spPr>
      </p:sp>
      <p:sp>
        <p:nvSpPr>
          <p:cNvPr id="3" name="">
            <a:extLst xmlns:a="http://schemas.openxmlformats.org/drawingml/2006/main">
              <a:ext uri="{FF2B5EF4-FFF2-40B4-BE49-F238E27FC236}">
                <a16:creationId xmlns:a16="http://schemas.microsoft.com/office/drawing/2014/main" id="{343B1E0D-41FD-485D-8A6E-21C4D0772FA5}"/>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0062BA"/>
          </a:solidFill>
          <a:ln xmlns:a="http://schemas.openxmlformats.org/drawingml/2006/main" w="0">
            <a:solidFill>
              <a:srgbClr val="0062BA"/>
            </a:solidFill>
            <a:prstDash val="solid"/>
          </a:ln>
        </p:spPr>
      </p:sp>
      <p:sp>
        <p:nvSpPr>
          <p:cNvPr id="4" name="">
            <a:extLst xmlns:a="http://schemas.openxmlformats.org/drawingml/2006/main">
              <a:ext uri="{FF2B5EF4-FFF2-40B4-BE49-F238E27FC236}">
                <a16:creationId xmlns:a16="http://schemas.microsoft.com/office/drawing/2014/main" id="{722A476A-799D-4FF5-B20F-5F8394989560}"/>
              </a:ext>
            </a:extLst>
          </p:cNvPr>
          <p:cNvSpPr>
            <a:spLocks xmlns:a="http://schemas.openxmlformats.org/drawingml/2006/main" noGrp="1"/>
          </p:cNvSpPr>
          <p:nvPr/>
        </p:nvSpPr>
        <p:spPr>
          <a:xfrm xmlns:a="http://schemas.openxmlformats.org/drawingml/2006/main">
            <a:off x="533400" y="438150"/>
            <a:ext cx="2476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DDF3FF"/>
                </a:solidFill>
                <a:latin typeface="Arial"/>
                <a:ea typeface="Arial"/>
                <a:cs typeface="Arial"/>
              </a:defRPr>
            </a:pPr>
            <a:r>
              <a:rPr sz="1350" b="1">
                <a:solidFill>
                  <a:srgbClr val="DDF3FF"/>
                </a:solidFill>
                <a:latin typeface="Arial"/>
                <a:ea typeface="Arial"/>
                <a:cs typeface="Arial"/>
              </a:rPr>
              <a:t>ALTINN</a:t>
            </a:r>
          </a:p>
        </p:txBody>
      </p:sp>
      <p:sp>
        <p:nvSpPr>
          <p:cNvPr id="5" name="">
            <a:extLst xmlns:a="http://schemas.openxmlformats.org/drawingml/2006/main">
              <a:ext uri="{FF2B5EF4-FFF2-40B4-BE49-F238E27FC236}">
                <a16:creationId xmlns:a16="http://schemas.microsoft.com/office/drawing/2014/main" id="{2558AB75-BC99-4940-9CA7-F1396099E8C3}"/>
              </a:ext>
            </a:extLst>
          </p:cNvPr>
          <p:cNvSpPr>
            <a:spLocks xmlns:a="http://schemas.openxmlformats.org/drawingml/2006/main" noGrp="1"/>
          </p:cNvSpPr>
          <p:nvPr/>
        </p:nvSpPr>
        <p:spPr>
          <a:xfrm xmlns:a="http://schemas.openxmlformats.org/drawingml/2006/main">
            <a:off x="533400" y="1447800"/>
            <a:ext cx="4229100" cy="1581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4200" b="1">
                <a:solidFill>
                  <a:srgbClr val="FFFFFF"/>
                </a:solidFill>
                <a:latin typeface="Arial"/>
                <a:ea typeface="Arial"/>
                <a:cs typeface="Arial"/>
              </a:defRPr>
            </a:pPr>
            <a:r>
              <a:rPr sz="4200" b="1">
                <a:solidFill>
                  <a:srgbClr val="FFFFFF"/>
                </a:solidFill>
                <a:latin typeface="Arial"/>
                <a:ea typeface="Arial"/>
                <a:cs typeface="Arial"/>
              </a:rPr>
              <a:t>Altinn</a:t>
            </a:r>
          </a:p>
          <a:p xmlns:a="http://schemas.openxmlformats.org/drawingml/2006/main">
            <a:pPr algn="l">
              <a:buNone/>
              <a:defRPr sz="4200" b="1">
                <a:solidFill>
                  <a:srgbClr val="FFFFFF"/>
                </a:solidFill>
                <a:latin typeface="Arial"/>
                <a:ea typeface="Arial"/>
                <a:cs typeface="Arial"/>
              </a:defRPr>
            </a:pPr>
            <a:r>
              <a:rPr sz="4200" b="1">
                <a:solidFill>
                  <a:srgbClr val="FFFFFF"/>
                </a:solidFill>
                <a:latin typeface="Arial"/>
                <a:ea typeface="Arial"/>
                <a:cs typeface="Arial"/>
              </a:rPr>
              <a:t>Autorisasjon</a:t>
            </a:r>
          </a:p>
        </p:txBody>
      </p:sp>
      <p:sp>
        <p:nvSpPr>
          <p:cNvPr id="6" name="">
            <a:extLst xmlns:a="http://schemas.openxmlformats.org/drawingml/2006/main">
              <a:ext uri="{FF2B5EF4-FFF2-40B4-BE49-F238E27FC236}">
                <a16:creationId xmlns:a16="http://schemas.microsoft.com/office/drawing/2014/main" id="{8BB5ED10-8457-4A67-A1E9-2F325F007ECF}"/>
              </a:ext>
            </a:extLst>
          </p:cNvPr>
          <p:cNvSpPr>
            <a:spLocks xmlns:a="http://schemas.openxmlformats.org/drawingml/2006/main" noGrp="1"/>
          </p:cNvSpPr>
          <p:nvPr/>
        </p:nvSpPr>
        <p:spPr>
          <a:xfrm xmlns:a="http://schemas.openxmlformats.org/drawingml/2006/main">
            <a:off x="533400" y="3333750"/>
            <a:ext cx="40005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250" b="1">
                <a:solidFill>
                  <a:srgbClr val="DDF3FF"/>
                </a:solidFill>
                <a:latin typeface="Arial"/>
                <a:ea typeface="Arial"/>
                <a:cs typeface="Arial"/>
              </a:defRPr>
            </a:pPr>
            <a:r>
              <a:rPr sz="2250" b="1">
                <a:solidFill>
                  <a:srgbClr val="DDF3FF"/>
                </a:solidFill>
                <a:latin typeface="Arial"/>
                <a:ea typeface="Arial"/>
                <a:cs typeface="Arial"/>
              </a:rPr>
              <a:t>Hvem kan gjøre hva</a:t>
            </a:r>
          </a:p>
          <a:p xmlns:a="http://schemas.openxmlformats.org/drawingml/2006/main">
            <a:pPr algn="l">
              <a:buNone/>
              <a:defRPr sz="2250" b="1">
                <a:solidFill>
                  <a:srgbClr val="DDF3FF"/>
                </a:solidFill>
                <a:latin typeface="Arial"/>
                <a:ea typeface="Arial"/>
                <a:cs typeface="Arial"/>
              </a:defRPr>
            </a:pPr>
            <a:r>
              <a:rPr sz="2250" b="1">
                <a:solidFill>
                  <a:srgbClr val="DDF3FF"/>
                </a:solidFill>
                <a:latin typeface="Arial"/>
                <a:ea typeface="Arial"/>
                <a:cs typeface="Arial"/>
              </a:rPr>
              <a:t>på vegne av hvem?</a:t>
            </a:r>
          </a:p>
        </p:txBody>
      </p:sp>
      <p:sp>
        <p:nvSpPr>
          <p:cNvPr id="7" name="">
            <a:extLst xmlns:a="http://schemas.openxmlformats.org/drawingml/2006/main">
              <a:ext uri="{FF2B5EF4-FFF2-40B4-BE49-F238E27FC236}">
                <a16:creationId xmlns:a16="http://schemas.microsoft.com/office/drawing/2014/main" id="{D63C0755-825A-47C2-ABED-6BAB82E58C9F}"/>
              </a:ext>
            </a:extLst>
          </p:cNvPr>
          <p:cNvSpPr>
            <a:spLocks xmlns:a="http://schemas.openxmlformats.org/drawingml/2006/main" noGrp="1"/>
          </p:cNvSpPr>
          <p:nvPr/>
        </p:nvSpPr>
        <p:spPr>
          <a:xfrm xmlns:a="http://schemas.openxmlformats.org/drawingml/2006/main">
            <a:off x="533400" y="5219700"/>
            <a:ext cx="4000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FFFFFF"/>
                </a:solidFill>
                <a:latin typeface="Arial"/>
                <a:ea typeface="Arial"/>
                <a:cs typeface="Arial"/>
              </a:defRPr>
            </a:pPr>
            <a:r>
              <a:rPr sz="1500" b="0">
                <a:solidFill>
                  <a:srgbClr val="FFFFFF"/>
                </a:solidFill>
                <a:latin typeface="Arial"/>
                <a:ea typeface="Arial"/>
                <a:cs typeface="Arial"/>
              </a:rPr>
              <a:t>Hva vi tilbyr – forklart for hele teamet</a:t>
            </a:r>
          </a:p>
        </p:txBody>
      </p:sp>
    </p:spTree>
    <p:extLst>
      <p:ext uri="{BB962C8B-B14F-4D97-AF65-F5344CB8AC3E}">
        <p14:creationId xmlns:p14="http://schemas.microsoft.com/office/powerpoint/2010/main" val="684937471"/>
      </p:ext>
    </p:extLst>
  </p:cSld>
</p:sld>
</file>

<file path=ppt/slides/slide2.xml><?xml version="1.0" encoding="utf-8"?>
<p:sld xmlns:p="http://schemas.openxmlformats.org/presentationml/2006/main">
  <p:cSld>
    <p:bg>
      <p:bgPr>
        <a:solidFill xmlns:a="http://schemas.openxmlformats.org/drawingml/2006/main">
          <a:srgbClr val="022F51"/>
        </a:solidFill>
      </p:bgPr>
    </p:bg>
    <p:spTree>
      <p:nvGrpSpPr>
        <p:cNvPr id="1" name=""/>
        <p:cNvGrpSpPr/>
        <p:nvPr/>
      </p:nvGrpSpPr>
      <p:grpSpPr>
        <a:xfrm xmlns:a="http://schemas.openxmlformats.org/drawingml/2006/main"/>
      </p:grpSpPr>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8c359e21534d4342"/>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7EB8D8E-A87D-4ACC-972B-2BED622C021A}"/>
              </a:ext>
            </a:extLst>
          </p:cNvPr>
          <p:cNvSpPr>
            <a:spLocks xmlns:a="http://schemas.openxmlformats.org/drawingml/2006/main" noGrp="1"/>
          </p:cNvSpPr>
          <p:nvPr/>
        </p:nvSpPr>
        <p:spPr>
          <a:xfrm xmlns:a="http://schemas.openxmlformats.org/drawingml/2006/main">
            <a:off x="0" y="0"/>
            <a:ext cx="12192000" cy="1009650"/>
          </a:xfrm>
          <a:prstGeom xmlns:a="http://schemas.openxmlformats.org/drawingml/2006/main" prst="rect">
            <a:avLst/>
          </a:prstGeom>
          <a:solidFill xmlns:a="http://schemas.openxmlformats.org/drawingml/2006/main">
            <a:srgbClr val="022F51"/>
          </a:solidFill>
          <a:ln xmlns:a="http://schemas.openxmlformats.org/drawingml/2006/main" w="0">
            <a:solidFill>
              <a:srgbClr val="022F51"/>
            </a:solidFill>
            <a:prstDash val="solid"/>
          </a:ln>
        </p:spPr>
      </p:sp>
      <p:sp>
        <p:nvSpPr>
          <p:cNvPr id="3" name="">
            <a:extLst xmlns:a="http://schemas.openxmlformats.org/drawingml/2006/main">
              <a:ext uri="{FF2B5EF4-FFF2-40B4-BE49-F238E27FC236}">
                <a16:creationId xmlns:a16="http://schemas.microsoft.com/office/drawing/2014/main" id="{4C1D8783-4997-4EE0-8A75-3366799850F6}"/>
              </a:ext>
            </a:extLst>
          </p:cNvPr>
          <p:cNvSpPr>
            <a:spLocks xmlns:a="http://schemas.openxmlformats.org/drawingml/2006/main" noGrp="1"/>
          </p:cNvSpPr>
          <p:nvPr/>
        </p:nvSpPr>
        <p:spPr>
          <a:xfrm xmlns:a="http://schemas.openxmlformats.org/drawingml/2006/main">
            <a:off x="0" y="0"/>
            <a:ext cx="114300" cy="1009650"/>
          </a:xfrm>
          <a:prstGeom xmlns:a="http://schemas.openxmlformats.org/drawingml/2006/main" prst="rect">
            <a:avLst/>
          </a:prstGeom>
          <a:solidFill xmlns:a="http://schemas.openxmlformats.org/drawingml/2006/main">
            <a:srgbClr val="0062BA"/>
          </a:solidFill>
          <a:ln xmlns:a="http://schemas.openxmlformats.org/drawingml/2006/main" w="0">
            <a:solidFill>
              <a:srgbClr val="0062BA"/>
            </a:solidFill>
            <a:prstDash val="solid"/>
          </a:ln>
        </p:spPr>
      </p:sp>
      <p:sp>
        <p:nvSpPr>
          <p:cNvPr id="4" name="">
            <a:extLst xmlns:a="http://schemas.openxmlformats.org/drawingml/2006/main">
              <a:ext uri="{FF2B5EF4-FFF2-40B4-BE49-F238E27FC236}">
                <a16:creationId xmlns:a16="http://schemas.microsoft.com/office/drawing/2014/main" id="{6D3D8910-29C3-420C-84DA-A6EFC6120552}"/>
              </a:ext>
            </a:extLst>
          </p:cNvPr>
          <p:cNvSpPr>
            <a:spLocks xmlns:a="http://schemas.openxmlformats.org/drawingml/2006/main" noGrp="1"/>
          </p:cNvSpPr>
          <p:nvPr/>
        </p:nvSpPr>
        <p:spPr>
          <a:xfrm xmlns:a="http://schemas.openxmlformats.org/drawingml/2006/main">
            <a:off x="438150" y="95250"/>
            <a:ext cx="514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DDF3FF"/>
                </a:solidFill>
                <a:latin typeface="Arial"/>
                <a:ea typeface="Arial"/>
                <a:cs typeface="Arial"/>
              </a:defRPr>
            </a:pPr>
            <a:r>
              <a:rPr sz="975" b="1">
                <a:solidFill>
                  <a:srgbClr val="DDF3FF"/>
                </a:solidFill>
                <a:latin typeface="Arial"/>
                <a:ea typeface="Arial"/>
                <a:cs typeface="Arial"/>
              </a:rPr>
              <a:t>BEHOVET</a:t>
            </a:r>
          </a:p>
        </p:txBody>
      </p:sp>
      <p:sp>
        <p:nvSpPr>
          <p:cNvPr id="5" name="">
            <a:extLst xmlns:a="http://schemas.openxmlformats.org/drawingml/2006/main">
              <a:ext uri="{FF2B5EF4-FFF2-40B4-BE49-F238E27FC236}">
                <a16:creationId xmlns:a16="http://schemas.microsoft.com/office/drawing/2014/main" id="{506276EF-9D68-4B13-A473-02C0466B36FE}"/>
              </a:ext>
            </a:extLst>
          </p:cNvPr>
          <p:cNvSpPr>
            <a:spLocks xmlns:a="http://schemas.openxmlformats.org/drawingml/2006/main" noGrp="1"/>
          </p:cNvSpPr>
          <p:nvPr/>
        </p:nvSpPr>
        <p:spPr>
          <a:xfrm xmlns:a="http://schemas.openxmlformats.org/drawingml/2006/main">
            <a:off x="438150" y="323850"/>
            <a:ext cx="110680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625" b="1">
                <a:solidFill>
                  <a:srgbClr val="FFFFFF"/>
                </a:solidFill>
                <a:latin typeface="Arial"/>
                <a:ea typeface="Arial"/>
                <a:cs typeface="Arial"/>
              </a:defRPr>
            </a:pPr>
            <a:r>
              <a:rPr sz="2625" b="1">
                <a:solidFill>
                  <a:srgbClr val="FFFFFF"/>
                </a:solidFill>
                <a:latin typeface="Arial"/>
                <a:ea typeface="Arial"/>
                <a:cs typeface="Arial"/>
              </a:rPr>
              <a:t>Offentlige tjenester skjer ofte på vegne av andre</a:t>
            </a:r>
          </a:p>
        </p:txBody>
      </p:sp>
      <p:sp>
        <p:nvSpPr>
          <p:cNvPr id="6" name="">
            <a:extLst xmlns:a="http://schemas.openxmlformats.org/drawingml/2006/main">
              <a:ext uri="{FF2B5EF4-FFF2-40B4-BE49-F238E27FC236}">
                <a16:creationId xmlns:a16="http://schemas.microsoft.com/office/drawing/2014/main" id="{656FE045-1538-4C3B-8491-B4A22BAA069D}"/>
              </a:ext>
            </a:extLst>
          </p:cNvPr>
          <p:cNvSpPr>
            <a:spLocks xmlns:a="http://schemas.openxmlformats.org/drawingml/2006/main" noGrp="1"/>
          </p:cNvSpPr>
          <p:nvPr/>
        </p:nvSpPr>
        <p:spPr>
          <a:xfrm xmlns:a="http://schemas.openxmlformats.org/drawingml/2006/main">
            <a:off x="514350" y="1257300"/>
            <a:ext cx="2152650" cy="381000"/>
          </a:xfrm>
          <a:prstGeom xmlns:a="http://schemas.openxmlformats.org/drawingml/2006/main" prst="roundRect">
            <a:avLst>
              <a:gd name="adj" fmla="val 50000"/>
            </a:avLst>
          </a:prstGeom>
          <a:solidFill xmlns:a="http://schemas.openxmlformats.org/drawingml/2006/main">
            <a:srgbClr val="022F51"/>
          </a:solidFill>
          <a:ln xmlns:a="http://schemas.openxmlformats.org/drawingml/2006/main" w="9525">
            <a:solidFill>
              <a:srgbClr val="DDF3FF"/>
            </a:solid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Daglig leder</a:t>
            </a:r>
          </a:p>
        </p:txBody>
      </p:sp>
      <p:sp>
        <p:nvSpPr>
          <p:cNvPr id="7" name="">
            <a:extLst xmlns:a="http://schemas.openxmlformats.org/drawingml/2006/main">
              <a:ext uri="{FF2B5EF4-FFF2-40B4-BE49-F238E27FC236}">
                <a16:creationId xmlns:a16="http://schemas.microsoft.com/office/drawing/2014/main" id="{5143A5FA-CA31-4F1A-AA79-10A7F38DB1C0}"/>
              </a:ext>
            </a:extLst>
          </p:cNvPr>
          <p:cNvSpPr>
            <a:spLocks xmlns:a="http://schemas.openxmlformats.org/drawingml/2006/main" noGrp="1"/>
          </p:cNvSpPr>
          <p:nvPr/>
        </p:nvSpPr>
        <p:spPr>
          <a:xfrm xmlns:a="http://schemas.openxmlformats.org/drawingml/2006/main">
            <a:off x="3295650" y="1257300"/>
            <a:ext cx="2152650" cy="381000"/>
          </a:xfrm>
          <a:prstGeom xmlns:a="http://schemas.openxmlformats.org/drawingml/2006/main" prst="roundRect">
            <a:avLst>
              <a:gd name="adj" fmla="val 50000"/>
            </a:avLst>
          </a:prstGeom>
          <a:solidFill xmlns:a="http://schemas.openxmlformats.org/drawingml/2006/main">
            <a:srgbClr val="022F51"/>
          </a:solidFill>
          <a:ln xmlns:a="http://schemas.openxmlformats.org/drawingml/2006/main" w="9525">
            <a:solidFill>
              <a:srgbClr val="DDF3FF"/>
            </a:solid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Regnskapsfører</a:t>
            </a:r>
          </a:p>
        </p:txBody>
      </p:sp>
      <p:sp>
        <p:nvSpPr>
          <p:cNvPr id="8" name="">
            <a:extLst xmlns:a="http://schemas.openxmlformats.org/drawingml/2006/main">
              <a:ext uri="{FF2B5EF4-FFF2-40B4-BE49-F238E27FC236}">
                <a16:creationId xmlns:a16="http://schemas.microsoft.com/office/drawing/2014/main" id="{2770B436-4756-46DF-BB39-AE6D7F1B3A73}"/>
              </a:ext>
            </a:extLst>
          </p:cNvPr>
          <p:cNvSpPr>
            <a:spLocks xmlns:a="http://schemas.openxmlformats.org/drawingml/2006/main" noGrp="1"/>
          </p:cNvSpPr>
          <p:nvPr/>
        </p:nvSpPr>
        <p:spPr>
          <a:xfrm xmlns:a="http://schemas.openxmlformats.org/drawingml/2006/main">
            <a:off x="6286500" y="1257300"/>
            <a:ext cx="1847850" cy="381000"/>
          </a:xfrm>
          <a:prstGeom xmlns:a="http://schemas.openxmlformats.org/drawingml/2006/main" prst="roundRect">
            <a:avLst>
              <a:gd name="adj" fmla="val 50000"/>
            </a:avLst>
          </a:prstGeom>
          <a:solidFill xmlns:a="http://schemas.openxmlformats.org/drawingml/2006/main">
            <a:srgbClr val="022F51"/>
          </a:solidFill>
          <a:ln xmlns:a="http://schemas.openxmlformats.org/drawingml/2006/main" w="9525">
            <a:solidFill>
              <a:srgbClr val="DDF3FF"/>
            </a:solid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Fagsystem</a:t>
            </a:r>
          </a:p>
        </p:txBody>
      </p:sp>
      <p:sp>
        <p:nvSpPr>
          <p:cNvPr id="9" name="">
            <a:extLst xmlns:a="http://schemas.openxmlformats.org/drawingml/2006/main">
              <a:ext uri="{FF2B5EF4-FFF2-40B4-BE49-F238E27FC236}">
                <a16:creationId xmlns:a16="http://schemas.microsoft.com/office/drawing/2014/main" id="{6FF707E4-C510-4301-AB2B-F130D996778E}"/>
              </a:ext>
            </a:extLst>
          </p:cNvPr>
          <p:cNvSpPr>
            <a:spLocks xmlns:a="http://schemas.openxmlformats.org/drawingml/2006/main" noGrp="1"/>
          </p:cNvSpPr>
          <p:nvPr/>
        </p:nvSpPr>
        <p:spPr>
          <a:xfrm xmlns:a="http://schemas.openxmlformats.org/drawingml/2006/main">
            <a:off x="9525000" y="1257300"/>
            <a:ext cx="1562100" cy="381000"/>
          </a:xfrm>
          <a:prstGeom xmlns:a="http://schemas.openxmlformats.org/drawingml/2006/main" prst="roundRect">
            <a:avLst>
              <a:gd name="adj" fmla="val 50000"/>
            </a:avLst>
          </a:prstGeom>
          <a:solidFill xmlns:a="http://schemas.openxmlformats.org/drawingml/2006/main">
            <a:srgbClr val="022F51"/>
          </a:solidFill>
          <a:ln xmlns:a="http://schemas.openxmlformats.org/drawingml/2006/main" w="9525">
            <a:solidFill>
              <a:srgbClr val="DDF3FF"/>
            </a:solid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Verge</a:t>
            </a:r>
          </a:p>
        </p:txBody>
      </p:sp>
      <p:sp>
        <p:nvSpPr>
          <p:cNvPr id="10" name="">
            <a:extLst xmlns:a="http://schemas.openxmlformats.org/drawingml/2006/main">
              <a:ext uri="{FF2B5EF4-FFF2-40B4-BE49-F238E27FC236}">
                <a16:creationId xmlns:a16="http://schemas.microsoft.com/office/drawing/2014/main" id="{F718923A-8797-4C07-BD78-AC9598782487}"/>
              </a:ext>
            </a:extLst>
          </p:cNvPr>
          <p:cNvSpPr>
            <a:spLocks xmlns:a="http://schemas.openxmlformats.org/drawingml/2006/main" noGrp="1"/>
          </p:cNvSpPr>
          <p:nvPr/>
        </p:nvSpPr>
        <p:spPr>
          <a:xfrm xmlns:a="http://schemas.openxmlformats.org/drawingml/2006/main">
            <a:off x="4476750" y="5810250"/>
            <a:ext cx="3238500" cy="381000"/>
          </a:xfrm>
          <a:prstGeom xmlns:a="http://schemas.openxmlformats.org/drawingml/2006/main" prst="roundRect">
            <a:avLst>
              <a:gd name="adj" fmla="val 50000"/>
            </a:avLst>
          </a:prstGeom>
          <a:solidFill xmlns:a="http://schemas.openxmlformats.org/drawingml/2006/main">
            <a:srgbClr val="022F51"/>
          </a:solidFill>
          <a:ln xmlns:a="http://schemas.openxmlformats.org/drawingml/2006/main" w="9525">
            <a:solidFill>
              <a:srgbClr val="DDF3FF"/>
            </a:solid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Handler på vegne av andre</a:t>
            </a:r>
          </a:p>
        </p:txBody>
      </p:sp>
      <p:sp>
        <p:nvSpPr>
          <p:cNvPr id="11" name="">
            <a:extLst xmlns:a="http://schemas.openxmlformats.org/drawingml/2006/main">
              <a:ext uri="{FF2B5EF4-FFF2-40B4-BE49-F238E27FC236}">
                <a16:creationId xmlns:a16="http://schemas.microsoft.com/office/drawing/2014/main" id="{1BEE3E47-DE97-4FFC-9893-65CFE58CD59C}"/>
              </a:ext>
            </a:extLst>
          </p:cNvPr>
          <p:cNvSpPr>
            <a:spLocks xmlns:a="http://schemas.openxmlformats.org/drawingml/2006/main" noGrp="1"/>
          </p:cNvSpPr>
          <p:nvPr/>
        </p:nvSpPr>
        <p:spPr>
          <a:xfrm xmlns:a="http://schemas.openxmlformats.org/drawingml/2006/main">
            <a:off x="457200" y="6477000"/>
            <a:ext cx="219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l">
              <a:buNone/>
              <a:defRPr sz="825" b="0">
                <a:solidFill>
                  <a:srgbClr val="FFFFFF"/>
                </a:solidFill>
                <a:latin typeface="Arial"/>
                <a:ea typeface="Arial"/>
                <a:cs typeface="Arial"/>
              </a:defRPr>
            </a:pPr>
            <a:r>
              <a:rPr sz="825" b="0">
                <a:solidFill>
                  <a:srgbClr val="FFFFFF"/>
                </a:solidFill>
                <a:latin typeface="Arial"/>
                <a:ea typeface="Arial"/>
                <a:cs typeface="Arial"/>
              </a:rPr>
              <a:t>Altinn Autorisasjon</a:t>
            </a:r>
          </a:p>
        </p:txBody>
      </p:sp>
      <p:sp>
        <p:nvSpPr>
          <p:cNvPr id="12" name="">
            <a:extLst xmlns:a="http://schemas.openxmlformats.org/drawingml/2006/main">
              <a:ext uri="{FF2B5EF4-FFF2-40B4-BE49-F238E27FC236}">
                <a16:creationId xmlns:a16="http://schemas.microsoft.com/office/drawing/2014/main" id="{71CF7AB0-2C8F-4425-8930-27FF4CEA96CF}"/>
              </a:ext>
            </a:extLst>
          </p:cNvPr>
          <p:cNvSpPr>
            <a:spLocks xmlns:a="http://schemas.openxmlformats.org/drawingml/2006/main" noGrp="1"/>
          </p:cNvSpPr>
          <p:nvPr/>
        </p:nvSpPr>
        <p:spPr>
          <a:xfrm xmlns:a="http://schemas.openxmlformats.org/drawingml/2006/main">
            <a:off x="11239500" y="6457950"/>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r">
              <a:buNone/>
              <a:defRPr sz="825" b="0">
                <a:solidFill>
                  <a:srgbClr val="FFFFFF"/>
                </a:solidFill>
                <a:latin typeface="Arial"/>
                <a:ea typeface="Arial"/>
                <a:cs typeface="Arial"/>
              </a:defRPr>
            </a:pPr>
            <a:r>
              <a:rPr sz="825" b="0">
                <a:solidFill>
                  <a:srgbClr val="FFFFFF"/>
                </a:solidFill>
                <a:latin typeface="Arial"/>
                <a:ea typeface="Arial"/>
                <a:cs typeface="Arial"/>
              </a:rPr>
              <a:t>02</a:t>
            </a:r>
          </a:p>
        </p:txBody>
      </p:sp>
    </p:spTree>
    <p:extLst>
      <p:ext uri="{BB962C8B-B14F-4D97-AF65-F5344CB8AC3E}">
        <p14:creationId xmlns:p14="http://schemas.microsoft.com/office/powerpoint/2010/main" val="30551435"/>
      </p:ext>
    </p:extLst>
  </p:cSld>
</p:sld>
</file>

<file path=ppt/slides/slide3.xml><?xml version="1.0" encoding="utf-8"?>
<p:sld xmlns:p="http://schemas.openxmlformats.org/presentationml/2006/main">
  <p:cSld>
    <p:bg>
      <p:bgPr>
        <a:solidFill xmlns:a="http://schemas.openxmlformats.org/drawingml/2006/main">
          <a:srgbClr val="022F51"/>
        </a:solidFill>
      </p:bgPr>
    </p:bg>
    <p:spTree>
      <p:nvGrpSpPr>
        <p:cNvPr id="1" name=""/>
        <p:cNvGrpSpPr/>
        <p:nvPr/>
      </p:nvGrpSpPr>
      <p:grpSpPr>
        <a:xfrm xmlns:a="http://schemas.openxmlformats.org/drawingml/2006/main"/>
      </p:grpSpPr>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e0648ddac7b44b09"/>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7EB8D8E-A87D-4ACC-972B-2BED622C021A}"/>
              </a:ext>
            </a:extLst>
          </p:cNvPr>
          <p:cNvSpPr>
            <a:spLocks xmlns:a="http://schemas.openxmlformats.org/drawingml/2006/main" noGrp="1"/>
          </p:cNvSpPr>
          <p:nvPr/>
        </p:nvSpPr>
        <p:spPr>
          <a:xfrm xmlns:a="http://schemas.openxmlformats.org/drawingml/2006/main">
            <a:off x="0" y="0"/>
            <a:ext cx="12192000" cy="1009650"/>
          </a:xfrm>
          <a:prstGeom xmlns:a="http://schemas.openxmlformats.org/drawingml/2006/main" prst="rect">
            <a:avLst/>
          </a:prstGeom>
          <a:solidFill xmlns:a="http://schemas.openxmlformats.org/drawingml/2006/main">
            <a:srgbClr val="022F51"/>
          </a:solidFill>
          <a:ln xmlns:a="http://schemas.openxmlformats.org/drawingml/2006/main" w="0">
            <a:solidFill>
              <a:srgbClr val="022F51"/>
            </a:solidFill>
            <a:prstDash val="solid"/>
          </a:ln>
        </p:spPr>
      </p:sp>
      <p:sp>
        <p:nvSpPr>
          <p:cNvPr id="3" name="">
            <a:extLst xmlns:a="http://schemas.openxmlformats.org/drawingml/2006/main">
              <a:ext uri="{FF2B5EF4-FFF2-40B4-BE49-F238E27FC236}">
                <a16:creationId xmlns:a16="http://schemas.microsoft.com/office/drawing/2014/main" id="{4C1D8783-4997-4EE0-8A75-3366799850F6}"/>
              </a:ext>
            </a:extLst>
          </p:cNvPr>
          <p:cNvSpPr>
            <a:spLocks xmlns:a="http://schemas.openxmlformats.org/drawingml/2006/main" noGrp="1"/>
          </p:cNvSpPr>
          <p:nvPr/>
        </p:nvSpPr>
        <p:spPr>
          <a:xfrm xmlns:a="http://schemas.openxmlformats.org/drawingml/2006/main">
            <a:off x="0" y="0"/>
            <a:ext cx="114300" cy="1009650"/>
          </a:xfrm>
          <a:prstGeom xmlns:a="http://schemas.openxmlformats.org/drawingml/2006/main" prst="rect">
            <a:avLst/>
          </a:prstGeom>
          <a:solidFill xmlns:a="http://schemas.openxmlformats.org/drawingml/2006/main">
            <a:srgbClr val="0062BA"/>
          </a:solidFill>
          <a:ln xmlns:a="http://schemas.openxmlformats.org/drawingml/2006/main" w="0">
            <a:solidFill>
              <a:srgbClr val="0062BA"/>
            </a:solidFill>
            <a:prstDash val="solid"/>
          </a:ln>
        </p:spPr>
      </p:sp>
      <p:sp>
        <p:nvSpPr>
          <p:cNvPr id="4" name="">
            <a:extLst xmlns:a="http://schemas.openxmlformats.org/drawingml/2006/main">
              <a:ext uri="{FF2B5EF4-FFF2-40B4-BE49-F238E27FC236}">
                <a16:creationId xmlns:a16="http://schemas.microsoft.com/office/drawing/2014/main" id="{6D3D8910-29C3-420C-84DA-A6EFC6120552}"/>
              </a:ext>
            </a:extLst>
          </p:cNvPr>
          <p:cNvSpPr>
            <a:spLocks xmlns:a="http://schemas.openxmlformats.org/drawingml/2006/main" noGrp="1"/>
          </p:cNvSpPr>
          <p:nvPr/>
        </p:nvSpPr>
        <p:spPr>
          <a:xfrm xmlns:a="http://schemas.openxmlformats.org/drawingml/2006/main">
            <a:off x="438150" y="95250"/>
            <a:ext cx="514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DDF3FF"/>
                </a:solidFill>
                <a:latin typeface="Arial"/>
                <a:ea typeface="Arial"/>
                <a:cs typeface="Arial"/>
              </a:defRPr>
            </a:pPr>
            <a:r>
              <a:rPr sz="975" b="1">
                <a:solidFill>
                  <a:srgbClr val="DDF3FF"/>
                </a:solidFill>
                <a:latin typeface="Arial"/>
                <a:ea typeface="Arial"/>
                <a:cs typeface="Arial"/>
              </a:rPr>
              <a:t>GRUNNSPØRSMÅLET</a:t>
            </a:r>
          </a:p>
        </p:txBody>
      </p:sp>
      <p:sp>
        <p:nvSpPr>
          <p:cNvPr id="5" name="">
            <a:extLst xmlns:a="http://schemas.openxmlformats.org/drawingml/2006/main">
              <a:ext uri="{FF2B5EF4-FFF2-40B4-BE49-F238E27FC236}">
                <a16:creationId xmlns:a16="http://schemas.microsoft.com/office/drawing/2014/main" id="{506276EF-9D68-4B13-A473-02C0466B36FE}"/>
              </a:ext>
            </a:extLst>
          </p:cNvPr>
          <p:cNvSpPr>
            <a:spLocks xmlns:a="http://schemas.openxmlformats.org/drawingml/2006/main" noGrp="1"/>
          </p:cNvSpPr>
          <p:nvPr/>
        </p:nvSpPr>
        <p:spPr>
          <a:xfrm xmlns:a="http://schemas.openxmlformats.org/drawingml/2006/main">
            <a:off x="438150" y="323850"/>
            <a:ext cx="110680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625" b="1">
                <a:solidFill>
                  <a:srgbClr val="FFFFFF"/>
                </a:solidFill>
                <a:latin typeface="Arial"/>
                <a:ea typeface="Arial"/>
                <a:cs typeface="Arial"/>
              </a:defRPr>
            </a:pPr>
            <a:r>
              <a:rPr sz="2625" b="1">
                <a:solidFill>
                  <a:srgbClr val="FFFFFF"/>
                </a:solidFill>
                <a:latin typeface="Arial"/>
                <a:ea typeface="Arial"/>
                <a:cs typeface="Arial"/>
              </a:rPr>
              <a:t>Autorisasjon svarer på ett spørsmål</a:t>
            </a:r>
          </a:p>
        </p:txBody>
      </p:sp>
      <p:sp>
        <p:nvSpPr>
          <p:cNvPr id="6" name="">
            <a:extLst xmlns:a="http://schemas.openxmlformats.org/drawingml/2006/main">
              <a:ext uri="{FF2B5EF4-FFF2-40B4-BE49-F238E27FC236}">
                <a16:creationId xmlns:a16="http://schemas.microsoft.com/office/drawing/2014/main" id="{656FE045-1538-4C3B-8491-B4A22BAA069D}"/>
              </a:ext>
            </a:extLst>
          </p:cNvPr>
          <p:cNvSpPr>
            <a:spLocks xmlns:a="http://schemas.openxmlformats.org/drawingml/2006/main" noGrp="1"/>
          </p:cNvSpPr>
          <p:nvPr/>
        </p:nvSpPr>
        <p:spPr>
          <a:xfrm xmlns:a="http://schemas.openxmlformats.org/drawingml/2006/main">
            <a:off x="2095500" y="1257300"/>
            <a:ext cx="1714500" cy="381000"/>
          </a:xfrm>
          <a:prstGeom xmlns:a="http://schemas.openxmlformats.org/drawingml/2006/main" prst="roundRect">
            <a:avLst>
              <a:gd name="adj" fmla="val 50000"/>
            </a:avLst>
          </a:prstGeom>
          <a:solidFill xmlns:a="http://schemas.openxmlformats.org/drawingml/2006/main">
            <a:srgbClr val="022F51"/>
          </a:solidFill>
          <a:ln xmlns:a="http://schemas.openxmlformats.org/drawingml/2006/main" w="9525">
            <a:solidFill>
              <a:srgbClr val="DDF3FF"/>
            </a:solid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HVEM</a:t>
            </a:r>
          </a:p>
        </p:txBody>
      </p:sp>
      <p:sp>
        <p:nvSpPr>
          <p:cNvPr id="7" name="">
            <a:extLst xmlns:a="http://schemas.openxmlformats.org/drawingml/2006/main">
              <a:ext uri="{FF2B5EF4-FFF2-40B4-BE49-F238E27FC236}">
                <a16:creationId xmlns:a16="http://schemas.microsoft.com/office/drawing/2014/main" id="{5143A5FA-CA31-4F1A-AA79-10A7F38DB1C0}"/>
              </a:ext>
            </a:extLst>
          </p:cNvPr>
          <p:cNvSpPr>
            <a:spLocks xmlns:a="http://schemas.openxmlformats.org/drawingml/2006/main" noGrp="1"/>
          </p:cNvSpPr>
          <p:nvPr/>
        </p:nvSpPr>
        <p:spPr>
          <a:xfrm xmlns:a="http://schemas.openxmlformats.org/drawingml/2006/main">
            <a:off x="3905250" y="1257300"/>
            <a:ext cx="1714500" cy="381000"/>
          </a:xfrm>
          <a:prstGeom xmlns:a="http://schemas.openxmlformats.org/drawingml/2006/main" prst="roundRect">
            <a:avLst>
              <a:gd name="adj" fmla="val 50000"/>
            </a:avLst>
          </a:prstGeom>
          <a:solidFill xmlns:a="http://schemas.openxmlformats.org/drawingml/2006/main">
            <a:srgbClr val="022F51"/>
          </a:solidFill>
          <a:ln xmlns:a="http://schemas.openxmlformats.org/drawingml/2006/main" w="9525">
            <a:solidFill>
              <a:srgbClr val="DDF3FF"/>
            </a:solid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GJØR HVA</a:t>
            </a:r>
          </a:p>
        </p:txBody>
      </p:sp>
      <p:sp>
        <p:nvSpPr>
          <p:cNvPr id="8" name="">
            <a:extLst xmlns:a="http://schemas.openxmlformats.org/drawingml/2006/main">
              <a:ext uri="{FF2B5EF4-FFF2-40B4-BE49-F238E27FC236}">
                <a16:creationId xmlns:a16="http://schemas.microsoft.com/office/drawing/2014/main" id="{2770B436-4756-46DF-BB39-AE6D7F1B3A73}"/>
              </a:ext>
            </a:extLst>
          </p:cNvPr>
          <p:cNvSpPr>
            <a:spLocks xmlns:a="http://schemas.openxmlformats.org/drawingml/2006/main" noGrp="1"/>
          </p:cNvSpPr>
          <p:nvPr/>
        </p:nvSpPr>
        <p:spPr>
          <a:xfrm xmlns:a="http://schemas.openxmlformats.org/drawingml/2006/main">
            <a:off x="5734050" y="1257300"/>
            <a:ext cx="1714500" cy="381000"/>
          </a:xfrm>
          <a:prstGeom xmlns:a="http://schemas.openxmlformats.org/drawingml/2006/main" prst="roundRect">
            <a:avLst>
              <a:gd name="adj" fmla="val 50000"/>
            </a:avLst>
          </a:prstGeom>
          <a:solidFill xmlns:a="http://schemas.openxmlformats.org/drawingml/2006/main">
            <a:srgbClr val="022F51"/>
          </a:solidFill>
          <a:ln xmlns:a="http://schemas.openxmlformats.org/drawingml/2006/main" w="9525">
            <a:solidFill>
              <a:srgbClr val="DDF3FF"/>
            </a:solid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PÅ HVA</a:t>
            </a:r>
          </a:p>
        </p:txBody>
      </p:sp>
      <p:sp>
        <p:nvSpPr>
          <p:cNvPr id="9" name="">
            <a:extLst xmlns:a="http://schemas.openxmlformats.org/drawingml/2006/main">
              <a:ext uri="{FF2B5EF4-FFF2-40B4-BE49-F238E27FC236}">
                <a16:creationId xmlns:a16="http://schemas.microsoft.com/office/drawing/2014/main" id="{6FF707E4-C510-4301-AB2B-F130D996778E}"/>
              </a:ext>
            </a:extLst>
          </p:cNvPr>
          <p:cNvSpPr>
            <a:spLocks xmlns:a="http://schemas.openxmlformats.org/drawingml/2006/main" noGrp="1"/>
          </p:cNvSpPr>
          <p:nvPr/>
        </p:nvSpPr>
        <p:spPr>
          <a:xfrm xmlns:a="http://schemas.openxmlformats.org/drawingml/2006/main">
            <a:off x="7524750" y="1257300"/>
            <a:ext cx="1714500" cy="381000"/>
          </a:xfrm>
          <a:prstGeom xmlns:a="http://schemas.openxmlformats.org/drawingml/2006/main" prst="roundRect">
            <a:avLst>
              <a:gd name="adj" fmla="val 50000"/>
            </a:avLst>
          </a:prstGeom>
          <a:solidFill xmlns:a="http://schemas.openxmlformats.org/drawingml/2006/main">
            <a:srgbClr val="022F51"/>
          </a:solidFill>
          <a:ln xmlns:a="http://schemas.openxmlformats.org/drawingml/2006/main" w="9525">
            <a:solidFill>
              <a:srgbClr val="DDF3FF"/>
            </a:solid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FOR HVEM</a:t>
            </a:r>
          </a:p>
        </p:txBody>
      </p:sp>
      <p:sp>
        <p:nvSpPr>
          <p:cNvPr id="10" name="">
            <a:extLst xmlns:a="http://schemas.openxmlformats.org/drawingml/2006/main">
              <a:ext uri="{FF2B5EF4-FFF2-40B4-BE49-F238E27FC236}">
                <a16:creationId xmlns:a16="http://schemas.microsoft.com/office/drawing/2014/main" id="{F718923A-8797-4C07-BD78-AC9598782487}"/>
              </a:ext>
            </a:extLst>
          </p:cNvPr>
          <p:cNvSpPr>
            <a:spLocks xmlns:a="http://schemas.openxmlformats.org/drawingml/2006/main" noGrp="1"/>
          </p:cNvSpPr>
          <p:nvPr/>
        </p:nvSpPr>
        <p:spPr>
          <a:xfrm xmlns:a="http://schemas.openxmlformats.org/drawingml/2006/main">
            <a:off x="3905250" y="5810250"/>
            <a:ext cx="4381500" cy="381000"/>
          </a:xfrm>
          <a:prstGeom xmlns:a="http://schemas.openxmlformats.org/drawingml/2006/main" prst="roundRect">
            <a:avLst>
              <a:gd name="adj" fmla="val 50000"/>
            </a:avLst>
          </a:prstGeom>
          <a:solidFill xmlns:a="http://schemas.openxmlformats.org/drawingml/2006/main">
            <a:srgbClr val="022F51"/>
          </a:solidFill>
          <a:ln xmlns:a="http://schemas.openxmlformats.org/drawingml/2006/main" w="9525">
            <a:solidFill>
              <a:srgbClr val="DDF3FF"/>
            </a:solid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KONTEKST  →  TILLAT ELLER AVVIS</a:t>
            </a:r>
          </a:p>
        </p:txBody>
      </p:sp>
      <p:sp>
        <p:nvSpPr>
          <p:cNvPr id="11" name="">
            <a:extLst xmlns:a="http://schemas.openxmlformats.org/drawingml/2006/main">
              <a:ext uri="{FF2B5EF4-FFF2-40B4-BE49-F238E27FC236}">
                <a16:creationId xmlns:a16="http://schemas.microsoft.com/office/drawing/2014/main" id="{1BEE3E47-DE97-4FFC-9893-65CFE58CD59C}"/>
              </a:ext>
            </a:extLst>
          </p:cNvPr>
          <p:cNvSpPr>
            <a:spLocks xmlns:a="http://schemas.openxmlformats.org/drawingml/2006/main" noGrp="1"/>
          </p:cNvSpPr>
          <p:nvPr/>
        </p:nvSpPr>
        <p:spPr>
          <a:xfrm xmlns:a="http://schemas.openxmlformats.org/drawingml/2006/main">
            <a:off x="457200" y="6477000"/>
            <a:ext cx="219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l">
              <a:buNone/>
              <a:defRPr sz="825" b="0">
                <a:solidFill>
                  <a:srgbClr val="FFFFFF"/>
                </a:solidFill>
                <a:latin typeface="Arial"/>
                <a:ea typeface="Arial"/>
                <a:cs typeface="Arial"/>
              </a:defRPr>
            </a:pPr>
            <a:r>
              <a:rPr sz="825" b="0">
                <a:solidFill>
                  <a:srgbClr val="FFFFFF"/>
                </a:solidFill>
                <a:latin typeface="Arial"/>
                <a:ea typeface="Arial"/>
                <a:cs typeface="Arial"/>
              </a:rPr>
              <a:t>Altinn Autorisasjon</a:t>
            </a:r>
          </a:p>
        </p:txBody>
      </p:sp>
      <p:sp>
        <p:nvSpPr>
          <p:cNvPr id="12" name="">
            <a:extLst xmlns:a="http://schemas.openxmlformats.org/drawingml/2006/main">
              <a:ext uri="{FF2B5EF4-FFF2-40B4-BE49-F238E27FC236}">
                <a16:creationId xmlns:a16="http://schemas.microsoft.com/office/drawing/2014/main" id="{71CF7AB0-2C8F-4425-8930-27FF4CEA96CF}"/>
              </a:ext>
            </a:extLst>
          </p:cNvPr>
          <p:cNvSpPr>
            <a:spLocks xmlns:a="http://schemas.openxmlformats.org/drawingml/2006/main" noGrp="1"/>
          </p:cNvSpPr>
          <p:nvPr/>
        </p:nvSpPr>
        <p:spPr>
          <a:xfrm xmlns:a="http://schemas.openxmlformats.org/drawingml/2006/main">
            <a:off x="11239500" y="6457950"/>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r">
              <a:buNone/>
              <a:defRPr sz="825" b="0">
                <a:solidFill>
                  <a:srgbClr val="FFFFFF"/>
                </a:solidFill>
                <a:latin typeface="Arial"/>
                <a:ea typeface="Arial"/>
                <a:cs typeface="Arial"/>
              </a:defRPr>
            </a:pPr>
            <a:r>
              <a:rPr sz="825" b="0">
                <a:solidFill>
                  <a:srgbClr val="FFFFFF"/>
                </a:solidFill>
                <a:latin typeface="Arial"/>
                <a:ea typeface="Arial"/>
                <a:cs typeface="Arial"/>
              </a:rPr>
              <a:t>03</a:t>
            </a:r>
          </a:p>
        </p:txBody>
      </p:sp>
    </p:spTree>
    <p:extLst>
      <p:ext uri="{BB962C8B-B14F-4D97-AF65-F5344CB8AC3E}">
        <p14:creationId xmlns:p14="http://schemas.microsoft.com/office/powerpoint/2010/main" val="30551435"/>
      </p:ext>
    </p:extLst>
  </p:cSld>
</p:sld>
</file>

<file path=ppt/slides/slide4.xml><?xml version="1.0" encoding="utf-8"?>
<p:sld xmlns:p="http://schemas.openxmlformats.org/presentationml/2006/main">
  <p:cSld>
    <p:bg>
      <p:bgPr>
        <a:solidFill xmlns:a="http://schemas.openxmlformats.org/drawingml/2006/main">
          <a:srgbClr val="022F51"/>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955efe5157214c19"/>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5D1E36FA-E84C-49AD-BF49-E1259704A3BB}"/>
              </a:ext>
            </a:extLst>
          </p:cNvPr>
          <p:cNvSpPr>
            <a:spLocks xmlns:a="http://schemas.openxmlformats.org/drawingml/2006/main" noGrp="1"/>
          </p:cNvSpPr>
          <p:nvPr/>
        </p:nvSpPr>
        <p:spPr>
          <a:xfrm xmlns:a="http://schemas.openxmlformats.org/drawingml/2006/main">
            <a:off x="438150" y="95250"/>
            <a:ext cx="1104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625" b="1">
                <a:solidFill>
                  <a:srgbClr val="FFFFFF"/>
                </a:solidFill>
                <a:latin typeface="Arial"/>
                <a:ea typeface="Arial"/>
                <a:cs typeface="Arial"/>
              </a:defRPr>
            </a:pPr>
            <a:r>
              <a:rPr sz="2625" b="1">
                <a:solidFill>
                  <a:srgbClr val="FFFFFF"/>
                </a:solidFill>
                <a:latin typeface="Arial"/>
                <a:ea typeface="Arial"/>
                <a:cs typeface="Arial"/>
              </a:rPr>
              <a:t>Innlogging bekrefter hvem – autorisasjon avgjør hva</a:t>
            </a:r>
          </a:p>
        </p:txBody>
      </p:sp>
      <p:sp>
        <p:nvSpPr>
          <p:cNvPr id="6" name="">
            <a:extLst xmlns:a="http://schemas.openxmlformats.org/drawingml/2006/main">
              <a:ext uri="{FF2B5EF4-FFF2-40B4-BE49-F238E27FC236}">
                <a16:creationId xmlns:a16="http://schemas.microsoft.com/office/drawing/2014/main" id="{615B8169-EAE3-4185-B691-04C2C5212A35}"/>
              </a:ext>
            </a:extLst>
          </p:cNvPr>
          <p:cNvSpPr>
            <a:spLocks xmlns:a="http://schemas.openxmlformats.org/drawingml/2006/main" noGrp="1"/>
          </p:cNvSpPr>
          <p:nvPr/>
        </p:nvSpPr>
        <p:spPr>
          <a:xfrm xmlns:a="http://schemas.openxmlformats.org/drawingml/2006/main">
            <a:off x="457200" y="6477000"/>
            <a:ext cx="219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l">
              <a:buNone/>
              <a:defRPr sz="825" b="0">
                <a:solidFill>
                  <a:srgbClr val="FFFFFF"/>
                </a:solidFill>
                <a:latin typeface="Arial"/>
                <a:ea typeface="Arial"/>
                <a:cs typeface="Arial"/>
              </a:defRPr>
            </a:pPr>
            <a:r>
              <a:rPr sz="825" b="0">
                <a:solidFill>
                  <a:srgbClr val="FFFFFF"/>
                </a:solidFill>
                <a:latin typeface="Arial"/>
                <a:ea typeface="Arial"/>
                <a:cs typeface="Arial"/>
              </a:rPr>
              <a:t>Altinn Autorisasjon</a:t>
            </a:r>
          </a:p>
        </p:txBody>
      </p:sp>
      <p:sp>
        <p:nvSpPr>
          <p:cNvPr id="7" name="">
            <a:extLst xmlns:a="http://schemas.openxmlformats.org/drawingml/2006/main">
              <a:ext uri="{FF2B5EF4-FFF2-40B4-BE49-F238E27FC236}">
                <a16:creationId xmlns:a16="http://schemas.microsoft.com/office/drawing/2014/main" id="{15A739A1-16E7-4D45-B875-01049DC84382}"/>
              </a:ext>
            </a:extLst>
          </p:cNvPr>
          <p:cNvSpPr>
            <a:spLocks xmlns:a="http://schemas.openxmlformats.org/drawingml/2006/main" noGrp="1"/>
          </p:cNvSpPr>
          <p:nvPr/>
        </p:nvSpPr>
        <p:spPr>
          <a:xfrm xmlns:a="http://schemas.openxmlformats.org/drawingml/2006/main">
            <a:off x="11239500" y="6457950"/>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r">
              <a:buNone/>
              <a:defRPr sz="825" b="0">
                <a:solidFill>
                  <a:srgbClr val="FFFFFF"/>
                </a:solidFill>
                <a:latin typeface="Arial"/>
                <a:ea typeface="Arial"/>
                <a:cs typeface="Arial"/>
              </a:defRPr>
            </a:pPr>
            <a:r>
              <a:rPr sz="825" b="0">
                <a:solidFill>
                  <a:srgbClr val="FFFFFF"/>
                </a:solidFill>
                <a:latin typeface="Arial"/>
                <a:ea typeface="Arial"/>
                <a:cs typeface="Arial"/>
              </a:rPr>
              <a:t>04</a:t>
            </a:r>
          </a:p>
        </p:txBody>
      </p:sp>
    </p:spTree>
    <p:extLst>
      <p:ext uri="{BB962C8B-B14F-4D97-AF65-F5344CB8AC3E}">
        <p14:creationId xmlns:p14="http://schemas.microsoft.com/office/powerpoint/2010/main" val="11971796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ection-5">
            <a:extLst xmlns:a="http://schemas.openxmlformats.org/drawingml/2006/main">
              <a:ext uri="{FF2B5EF4-FFF2-40B4-BE49-F238E27FC236}">
                <a16:creationId xmlns:a16="http://schemas.microsoft.com/office/drawing/2014/main" id="{E8A64D17-F629-4DF1-8A38-CAB38F6C3DB9}"/>
              </a:ext>
            </a:extLst>
          </p:cNvPr>
          <p:cNvSpPr>
            <a:spLocks xmlns:a="http://schemas.openxmlformats.org/drawingml/2006/main" noGrp="1"/>
          </p:cNvSpPr>
          <p:nvPr/>
        </p:nvSpPr>
        <p:spPr>
          <a:xfrm xmlns:a="http://schemas.openxmlformats.org/drawingml/2006/main">
            <a:off x="457200" y="3238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0062BA"/>
                </a:solidFill>
                <a:latin typeface="Arial"/>
                <a:ea typeface="Arial"/>
                <a:cs typeface="Arial"/>
              </a:defRPr>
            </a:pPr>
            <a:r>
              <a:rPr sz="1050" b="1">
                <a:solidFill>
                  <a:srgbClr val="0062BA"/>
                </a:solidFill>
                <a:latin typeface="Arial"/>
                <a:ea typeface="Arial"/>
                <a:cs typeface="Arial"/>
              </a:rPr>
              <a:t>REPRESENTASJON</a:t>
            </a:r>
          </a:p>
        </p:txBody>
      </p:sp>
      <p:sp>
        <p:nvSpPr>
          <p:cNvPr id="2" name="title-5">
            <a:extLst xmlns:a="http://schemas.openxmlformats.org/drawingml/2006/main">
              <a:ext uri="{FF2B5EF4-FFF2-40B4-BE49-F238E27FC236}">
                <a16:creationId xmlns:a16="http://schemas.microsoft.com/office/drawing/2014/main" id="{B480E9B4-3026-49A5-9335-3EDAA67A5F32}"/>
              </a:ext>
            </a:extLst>
          </p:cNvPr>
          <p:cNvSpPr>
            <a:spLocks xmlns:a="http://schemas.openxmlformats.org/drawingml/2006/main" noGrp="1"/>
          </p:cNvSpPr>
          <p:nvPr/>
        </p:nvSpPr>
        <p:spPr>
          <a:xfrm xmlns:a="http://schemas.openxmlformats.org/drawingml/2006/main">
            <a:off x="457200" y="647700"/>
            <a:ext cx="11049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150" b="1">
                <a:solidFill>
                  <a:srgbClr val="1E2B3C"/>
                </a:solidFill>
                <a:latin typeface="Arial"/>
                <a:ea typeface="Arial"/>
                <a:cs typeface="Arial"/>
              </a:defRPr>
            </a:pPr>
            <a:r>
              <a:rPr sz="3150" b="1">
                <a:solidFill>
                  <a:srgbClr val="1E2B3C"/>
                </a:solidFill>
                <a:latin typeface="Arial"/>
                <a:ea typeface="Arial"/>
                <a:cs typeface="Arial"/>
              </a:rPr>
              <a:t>Fullmakt gjør det mulig å handle på vegne av andre</a:t>
            </a:r>
          </a:p>
        </p:txBody>
      </p:sp>
      <p:sp>
        <p:nvSpPr>
          <p:cNvPr id="3" name="">
            <a:extLst xmlns:a="http://schemas.openxmlformats.org/drawingml/2006/main">
              <a:ext uri="{FF2B5EF4-FFF2-40B4-BE49-F238E27FC236}">
                <a16:creationId xmlns:a16="http://schemas.microsoft.com/office/drawing/2014/main" id="{8FCEA40E-C3E8-4EC9-88FF-8146D79D062C}"/>
              </a:ext>
            </a:extLst>
          </p:cNvPr>
          <p:cNvSpPr>
            <a:spLocks xmlns:a="http://schemas.openxmlformats.org/drawingml/2006/main" noGrp="1"/>
          </p:cNvSpPr>
          <p:nvPr/>
        </p:nvSpPr>
        <p:spPr>
          <a:xfrm xmlns:a="http://schemas.openxmlformats.org/drawingml/2006/main">
            <a:off x="1143000" y="2514600"/>
            <a:ext cx="914400" cy="914400"/>
          </a:xfrm>
          <a:prstGeom xmlns:a="http://schemas.openxmlformats.org/drawingml/2006/main" prst="ellipse">
            <a:avLst/>
          </a:prstGeom>
          <a:solidFill xmlns:a="http://schemas.openxmlformats.org/drawingml/2006/main">
            <a:srgbClr val="DDF3FF"/>
          </a:solidFill>
          <a:ln xmlns:a="http://schemas.openxmlformats.org/drawingml/2006/main" w="19050">
            <a:solidFill>
              <a:srgbClr val="0062BA"/>
            </a:solid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022F51"/>
                </a:solidFill>
                <a:latin typeface="Arial"/>
                <a:ea typeface="Arial"/>
                <a:cs typeface="Arial"/>
              </a:defRPr>
            </a:pPr>
            <a:r>
              <a:rPr sz="2550" b="1">
                <a:solidFill>
                  <a:srgbClr val="022F51"/>
                </a:solidFill>
                <a:latin typeface="Arial"/>
                <a:ea typeface="Arial"/>
                <a:cs typeface="Arial"/>
              </a:rPr>
              <a:t>V</a:t>
            </a:r>
          </a:p>
        </p:txBody>
      </p:sp>
      <p:sp>
        <p:nvSpPr>
          <p:cNvPr id="4" name="">
            <a:extLst xmlns:a="http://schemas.openxmlformats.org/drawingml/2006/main">
              <a:ext uri="{FF2B5EF4-FFF2-40B4-BE49-F238E27FC236}">
                <a16:creationId xmlns:a16="http://schemas.microsoft.com/office/drawing/2014/main" id="{55A2C127-00D2-494F-AEBF-C5DE631C8E39}"/>
              </a:ext>
            </a:extLst>
          </p:cNvPr>
          <p:cNvSpPr>
            <a:spLocks xmlns:a="http://schemas.openxmlformats.org/drawingml/2006/main" noGrp="1"/>
          </p:cNvSpPr>
          <p:nvPr/>
        </p:nvSpPr>
        <p:spPr>
          <a:xfrm xmlns:a="http://schemas.openxmlformats.org/drawingml/2006/main">
            <a:off x="723900" y="3524250"/>
            <a:ext cx="1752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425" b="1">
                <a:solidFill>
                  <a:srgbClr val="1E2B3C"/>
                </a:solidFill>
                <a:latin typeface="Arial"/>
                <a:ea typeface="Arial"/>
                <a:cs typeface="Arial"/>
              </a:defRPr>
            </a:pPr>
            <a:r>
              <a:rPr sz="1425" b="1">
                <a:solidFill>
                  <a:srgbClr val="1E2B3C"/>
                </a:solidFill>
                <a:latin typeface="Arial"/>
                <a:ea typeface="Arial"/>
                <a:cs typeface="Arial"/>
              </a:rPr>
              <a:t>Virksomheten</a:t>
            </a:r>
          </a:p>
        </p:txBody>
      </p:sp>
      <p:sp>
        <p:nvSpPr>
          <p:cNvPr id="5" name="">
            <a:extLst xmlns:a="http://schemas.openxmlformats.org/drawingml/2006/main">
              <a:ext uri="{FF2B5EF4-FFF2-40B4-BE49-F238E27FC236}">
                <a16:creationId xmlns:a16="http://schemas.microsoft.com/office/drawing/2014/main" id="{C9C5B03E-4A01-4D20-9FF9-746998BB1F86}"/>
              </a:ext>
            </a:extLst>
          </p:cNvPr>
          <p:cNvSpPr>
            <a:spLocks xmlns:a="http://schemas.openxmlformats.org/drawingml/2006/main" noGrp="1"/>
          </p:cNvSpPr>
          <p:nvPr/>
        </p:nvSpPr>
        <p:spPr>
          <a:xfrm xmlns:a="http://schemas.openxmlformats.org/drawingml/2006/main">
            <a:off x="4429125" y="2514600"/>
            <a:ext cx="914400" cy="914400"/>
          </a:xfrm>
          <a:prstGeom xmlns:a="http://schemas.openxmlformats.org/drawingml/2006/main" prst="ellipse">
            <a:avLst/>
          </a:prstGeom>
          <a:solidFill xmlns:a="http://schemas.openxmlformats.org/drawingml/2006/main">
            <a:srgbClr val="DDF3FF"/>
          </a:solidFill>
          <a:ln xmlns:a="http://schemas.openxmlformats.org/drawingml/2006/main" w="19050">
            <a:solidFill>
              <a:srgbClr val="0062BA"/>
            </a:solid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022F51"/>
                </a:solidFill>
                <a:latin typeface="Arial"/>
                <a:ea typeface="Arial"/>
                <a:cs typeface="Arial"/>
              </a:defRPr>
            </a:pPr>
            <a:r>
              <a:rPr sz="2550" b="1">
                <a:solidFill>
                  <a:srgbClr val="022F51"/>
                </a:solidFill>
                <a:latin typeface="Arial"/>
                <a:ea typeface="Arial"/>
                <a:cs typeface="Arial"/>
              </a:rPr>
              <a:t>P</a:t>
            </a:r>
          </a:p>
        </p:txBody>
      </p:sp>
      <p:sp>
        <p:nvSpPr>
          <p:cNvPr id="6" name="">
            <a:extLst xmlns:a="http://schemas.openxmlformats.org/drawingml/2006/main">
              <a:ext uri="{FF2B5EF4-FFF2-40B4-BE49-F238E27FC236}">
                <a16:creationId xmlns:a16="http://schemas.microsoft.com/office/drawing/2014/main" id="{54FF92D5-881D-4DBC-B8F9-CCBF2DBDD0E6}"/>
              </a:ext>
            </a:extLst>
          </p:cNvPr>
          <p:cNvSpPr>
            <a:spLocks xmlns:a="http://schemas.openxmlformats.org/drawingml/2006/main" noGrp="1"/>
          </p:cNvSpPr>
          <p:nvPr/>
        </p:nvSpPr>
        <p:spPr>
          <a:xfrm xmlns:a="http://schemas.openxmlformats.org/drawingml/2006/main">
            <a:off x="4010025" y="3524250"/>
            <a:ext cx="1752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425" b="1">
                <a:solidFill>
                  <a:srgbClr val="1E2B3C"/>
                </a:solidFill>
                <a:latin typeface="Arial"/>
                <a:ea typeface="Arial"/>
                <a:cs typeface="Arial"/>
              </a:defRPr>
            </a:pPr>
            <a:r>
              <a:rPr sz="1425" b="1">
                <a:solidFill>
                  <a:srgbClr val="1E2B3C"/>
                </a:solidFill>
                <a:latin typeface="Arial"/>
                <a:ea typeface="Arial"/>
                <a:cs typeface="Arial"/>
              </a:rPr>
              <a:t>Person eller system</a:t>
            </a:r>
          </a:p>
        </p:txBody>
      </p:sp>
      <p:sp>
        <p:nvSpPr>
          <p:cNvPr id="7" name="">
            <a:extLst xmlns:a="http://schemas.openxmlformats.org/drawingml/2006/main">
              <a:ext uri="{FF2B5EF4-FFF2-40B4-BE49-F238E27FC236}">
                <a16:creationId xmlns:a16="http://schemas.microsoft.com/office/drawing/2014/main" id="{5E0065EA-A054-404C-9D9F-78AF9308E891}"/>
              </a:ext>
            </a:extLst>
          </p:cNvPr>
          <p:cNvSpPr>
            <a:spLocks xmlns:a="http://schemas.openxmlformats.org/drawingml/2006/main" noGrp="1"/>
          </p:cNvSpPr>
          <p:nvPr/>
        </p:nvSpPr>
        <p:spPr>
          <a:xfrm xmlns:a="http://schemas.openxmlformats.org/drawingml/2006/main">
            <a:off x="9334500" y="2514600"/>
            <a:ext cx="914400" cy="914400"/>
          </a:xfrm>
          <a:prstGeom xmlns:a="http://schemas.openxmlformats.org/drawingml/2006/main" prst="ellipse">
            <a:avLst/>
          </a:prstGeom>
          <a:solidFill xmlns:a="http://schemas.openxmlformats.org/drawingml/2006/main">
            <a:srgbClr val="DDF3FF"/>
          </a:solidFill>
          <a:ln xmlns:a="http://schemas.openxmlformats.org/drawingml/2006/main" w="19050">
            <a:solidFill>
              <a:srgbClr val="0062BA"/>
            </a:solid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022F51"/>
                </a:solidFill>
                <a:latin typeface="Arial"/>
                <a:ea typeface="Arial"/>
                <a:cs typeface="Arial"/>
              </a:defRPr>
            </a:pPr>
            <a:r>
              <a:rPr sz="2550" b="1">
                <a:solidFill>
                  <a:srgbClr val="022F51"/>
                </a:solidFill>
                <a:latin typeface="Arial"/>
                <a:ea typeface="Arial"/>
                <a:cs typeface="Arial"/>
              </a:rPr>
              <a:t>T</a:t>
            </a:r>
          </a:p>
        </p:txBody>
      </p:sp>
      <p:sp>
        <p:nvSpPr>
          <p:cNvPr id="8" name="">
            <a:extLst xmlns:a="http://schemas.openxmlformats.org/drawingml/2006/main">
              <a:ext uri="{FF2B5EF4-FFF2-40B4-BE49-F238E27FC236}">
                <a16:creationId xmlns:a16="http://schemas.microsoft.com/office/drawing/2014/main" id="{BFB183E6-1CE1-4D3B-A148-40B927B8A7ED}"/>
              </a:ext>
            </a:extLst>
          </p:cNvPr>
          <p:cNvSpPr>
            <a:spLocks xmlns:a="http://schemas.openxmlformats.org/drawingml/2006/main" noGrp="1"/>
          </p:cNvSpPr>
          <p:nvPr/>
        </p:nvSpPr>
        <p:spPr>
          <a:xfrm xmlns:a="http://schemas.openxmlformats.org/drawingml/2006/main">
            <a:off x="8915400" y="3524250"/>
            <a:ext cx="1752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425" b="1">
                <a:solidFill>
                  <a:srgbClr val="1E2B3C"/>
                </a:solidFill>
                <a:latin typeface="Arial"/>
                <a:ea typeface="Arial"/>
                <a:cs typeface="Arial"/>
              </a:defRPr>
            </a:pPr>
            <a:r>
              <a:rPr sz="1425" b="1">
                <a:solidFill>
                  <a:srgbClr val="1E2B3C"/>
                </a:solidFill>
                <a:latin typeface="Arial"/>
                <a:ea typeface="Arial"/>
                <a:cs typeface="Arial"/>
              </a:rPr>
              <a:t>Offentlig tjeneste</a:t>
            </a:r>
          </a:p>
        </p:txBody>
      </p:sp>
      <p:cxnSp>
        <p:nvCxnSpPr>
          <p:cNvPr id="212" name=""/>
          <p:cNvCxnSpPr>
            <a:stCxn xmlns:a="http://schemas.openxmlformats.org/drawingml/2006/main" id="3" idx="6"/>
            <a:endCxn xmlns:a="http://schemas.openxmlformats.org/drawingml/2006/main" id="5" idx="2"/>
          </p:cNvCxnSpPr>
          <p:nvPr/>
        </p:nvCxnSpPr>
        <p:spPr>
          <a:xfrm xmlns:a="http://schemas.openxmlformats.org/drawingml/2006/main">
            <a:off x="2057400" y="2971800"/>
            <a:ext cx="2371725" cy="0"/>
          </a:xfrm>
          <a:prstGeom xmlns:a="http://schemas.openxmlformats.org/drawingml/2006/main" prst="straightConnector1">
            <a:avLst/>
          </a:prstGeom>
          <a:ln xmlns:a="http://schemas.openxmlformats.org/drawingml/2006/main" w="28575">
            <a:solidFill>
              <a:srgbClr val="0062BA"/>
            </a:solidFill>
            <a:prstDash val="solid"/>
            <a:headEnd type="none" w="med" len="med"/>
            <a:tailEnd type="triangle" w="sm" len="sm"/>
          </a:ln>
        </p:spPr>
      </p:cxnSp>
      <p:cxnSp>
        <p:nvCxnSpPr>
          <p:cNvPr id="213" name=""/>
          <p:cNvCxnSpPr>
            <a:stCxn xmlns:a="http://schemas.openxmlformats.org/drawingml/2006/main" id="5" idx="6"/>
            <a:endCxn xmlns:a="http://schemas.openxmlformats.org/drawingml/2006/main" id="7" idx="2"/>
          </p:cNvCxnSpPr>
          <p:nvPr/>
        </p:nvCxnSpPr>
        <p:spPr>
          <a:xfrm xmlns:a="http://schemas.openxmlformats.org/drawingml/2006/main">
            <a:off x="5343525" y="2971800"/>
            <a:ext cx="3990975" cy="0"/>
          </a:xfrm>
          <a:prstGeom xmlns:a="http://schemas.openxmlformats.org/drawingml/2006/main" prst="straightConnector1">
            <a:avLst/>
          </a:prstGeom>
          <a:ln xmlns:a="http://schemas.openxmlformats.org/drawingml/2006/main" w="28575">
            <a:solidFill>
              <a:srgbClr val="0062BA"/>
            </a:solidFill>
            <a:prstDash val="solid"/>
            <a:headEnd type="none" w="med" len="med"/>
            <a:tailEnd type="triangle" w="sm" len="sm"/>
          </a:ln>
        </p:spPr>
      </p:cxnSp>
      <p:sp>
        <p:nvSpPr>
          <p:cNvPr id="11" name="">
            <a:extLst xmlns:a="http://schemas.openxmlformats.org/drawingml/2006/main">
              <a:ext uri="{FF2B5EF4-FFF2-40B4-BE49-F238E27FC236}">
                <a16:creationId xmlns:a16="http://schemas.microsoft.com/office/drawing/2014/main" id="{0909EAC3-FE44-47DA-AF91-74221E71683A}"/>
              </a:ext>
            </a:extLst>
          </p:cNvPr>
          <p:cNvSpPr>
            <a:spLocks xmlns:a="http://schemas.openxmlformats.org/drawingml/2006/main" noGrp="1"/>
          </p:cNvSpPr>
          <p:nvPr/>
        </p:nvSpPr>
        <p:spPr>
          <a:xfrm xmlns:a="http://schemas.openxmlformats.org/drawingml/2006/main">
            <a:off x="2686050" y="2152650"/>
            <a:ext cx="1619250" cy="4000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0062BA"/>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022F51"/>
                </a:solidFill>
                <a:latin typeface="Arial"/>
                <a:ea typeface="Arial"/>
                <a:cs typeface="Arial"/>
              </a:defRPr>
            </a:pPr>
            <a:r>
              <a:rPr sz="1350" b="1">
                <a:solidFill>
                  <a:srgbClr val="022F51"/>
                </a:solidFill>
                <a:latin typeface="Arial"/>
                <a:ea typeface="Arial"/>
                <a:cs typeface="Arial"/>
              </a:rPr>
              <a:t>gir fullmakt</a:t>
            </a:r>
          </a:p>
        </p:txBody>
      </p:sp>
      <p:sp>
        <p:nvSpPr>
          <p:cNvPr id="12" name="">
            <a:extLst xmlns:a="http://schemas.openxmlformats.org/drawingml/2006/main">
              <a:ext uri="{FF2B5EF4-FFF2-40B4-BE49-F238E27FC236}">
                <a16:creationId xmlns:a16="http://schemas.microsoft.com/office/drawing/2014/main" id="{FE4913FC-581E-428D-A001-61AD60B84680}"/>
              </a:ext>
            </a:extLst>
          </p:cNvPr>
          <p:cNvSpPr>
            <a:spLocks xmlns:a="http://schemas.openxmlformats.org/drawingml/2006/main" noGrp="1"/>
          </p:cNvSpPr>
          <p:nvPr/>
        </p:nvSpPr>
        <p:spPr>
          <a:xfrm xmlns:a="http://schemas.openxmlformats.org/drawingml/2006/main">
            <a:off x="6724650" y="2152650"/>
            <a:ext cx="1981200" cy="4000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0062BA"/>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022F51"/>
                </a:solidFill>
                <a:latin typeface="Arial"/>
                <a:ea typeface="Arial"/>
                <a:cs typeface="Arial"/>
              </a:defRPr>
            </a:pPr>
            <a:r>
              <a:rPr sz="1350" b="1">
                <a:solidFill>
                  <a:srgbClr val="022F51"/>
                </a:solidFill>
                <a:latin typeface="Arial"/>
                <a:ea typeface="Arial"/>
                <a:cs typeface="Arial"/>
              </a:rPr>
              <a:t>bruker fullmakten</a:t>
            </a:r>
          </a:p>
        </p:txBody>
      </p:sp>
      <p:sp>
        <p:nvSpPr>
          <p:cNvPr id="13" name="">
            <a:extLst xmlns:a="http://schemas.openxmlformats.org/drawingml/2006/main">
              <a:ext uri="{FF2B5EF4-FFF2-40B4-BE49-F238E27FC236}">
                <a16:creationId xmlns:a16="http://schemas.microsoft.com/office/drawing/2014/main" id="{9D250032-DA37-49D3-93FC-DFFFCEAED0B5}"/>
              </a:ext>
            </a:extLst>
          </p:cNvPr>
          <p:cNvSpPr>
            <a:spLocks xmlns:a="http://schemas.openxmlformats.org/drawingml/2006/main" noGrp="1"/>
          </p:cNvSpPr>
          <p:nvPr/>
        </p:nvSpPr>
        <p:spPr>
          <a:xfrm xmlns:a="http://schemas.openxmlformats.org/drawingml/2006/main">
            <a:off x="457200" y="4438650"/>
            <a:ext cx="3619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1">
                <a:solidFill>
                  <a:srgbClr val="1E2B3C"/>
                </a:solidFill>
                <a:latin typeface="Arial"/>
                <a:ea typeface="Arial"/>
                <a:cs typeface="Arial"/>
              </a:defRPr>
            </a:pPr>
            <a:r>
              <a:rPr sz="1800" b="1">
                <a:solidFill>
                  <a:srgbClr val="1E2B3C"/>
                </a:solidFill>
                <a:latin typeface="Arial"/>
                <a:ea typeface="Arial"/>
                <a:cs typeface="Arial"/>
              </a:rPr>
              <a:t>Fullmakten kan bygge på</a:t>
            </a:r>
          </a:p>
        </p:txBody>
      </p:sp>
      <p:sp>
        <p:nvSpPr>
          <p:cNvPr id="14" name="">
            <a:extLst xmlns:a="http://schemas.openxmlformats.org/drawingml/2006/main">
              <a:ext uri="{FF2B5EF4-FFF2-40B4-BE49-F238E27FC236}">
                <a16:creationId xmlns:a16="http://schemas.microsoft.com/office/drawing/2014/main" id="{075BD063-584E-4E10-AA83-F942ECFE25CB}"/>
              </a:ext>
            </a:extLst>
          </p:cNvPr>
          <p:cNvSpPr>
            <a:spLocks xmlns:a="http://schemas.openxmlformats.org/drawingml/2006/main" noGrp="1"/>
          </p:cNvSpPr>
          <p:nvPr/>
        </p:nvSpPr>
        <p:spPr>
          <a:xfrm xmlns:a="http://schemas.openxmlformats.org/drawingml/2006/main">
            <a:off x="457200" y="5048250"/>
            <a:ext cx="3333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022F51"/>
                </a:solidFill>
                <a:latin typeface="Arial"/>
                <a:ea typeface="Arial"/>
                <a:cs typeface="Arial"/>
              </a:defRPr>
            </a:pPr>
            <a:r>
              <a:rPr sz="1650" b="1">
                <a:solidFill>
                  <a:srgbClr val="022F51"/>
                </a:solidFill>
                <a:latin typeface="Arial"/>
                <a:ea typeface="Arial"/>
                <a:cs typeface="Arial"/>
              </a:rPr>
              <a:t>Registerrolle</a:t>
            </a:r>
          </a:p>
        </p:txBody>
      </p:sp>
      <p:sp>
        <p:nvSpPr>
          <p:cNvPr id="15" name="">
            <a:extLst xmlns:a="http://schemas.openxmlformats.org/drawingml/2006/main">
              <a:ext uri="{FF2B5EF4-FFF2-40B4-BE49-F238E27FC236}">
                <a16:creationId xmlns:a16="http://schemas.microsoft.com/office/drawing/2014/main" id="{1D7D62E7-B661-46CF-BA35-951BBCE23B35}"/>
              </a:ext>
            </a:extLst>
          </p:cNvPr>
          <p:cNvSpPr>
            <a:spLocks xmlns:a="http://schemas.openxmlformats.org/drawingml/2006/main" noGrp="1"/>
          </p:cNvSpPr>
          <p:nvPr/>
        </p:nvSpPr>
        <p:spPr>
          <a:xfrm xmlns:a="http://schemas.openxmlformats.org/drawingml/2006/main">
            <a:off x="457200" y="5410200"/>
            <a:ext cx="333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a:solidFill>
                  <a:srgbClr val="52616B"/>
                </a:solidFill>
                <a:latin typeface="Arial"/>
                <a:ea typeface="Arial"/>
                <a:cs typeface="Arial"/>
              </a:defRPr>
            </a:pPr>
            <a:r>
              <a:rPr sz="1350" b="0">
                <a:solidFill>
                  <a:srgbClr val="52616B"/>
                </a:solidFill>
                <a:latin typeface="Arial"/>
                <a:ea typeface="Arial"/>
                <a:cs typeface="Arial"/>
              </a:rPr>
              <a:t>for eksempel daglig leder</a:t>
            </a:r>
          </a:p>
        </p:txBody>
      </p:sp>
      <p:sp>
        <p:nvSpPr>
          <p:cNvPr id="16" name="">
            <a:extLst xmlns:a="http://schemas.openxmlformats.org/drawingml/2006/main">
              <a:ext uri="{FF2B5EF4-FFF2-40B4-BE49-F238E27FC236}">
                <a16:creationId xmlns:a16="http://schemas.microsoft.com/office/drawing/2014/main" id="{B7285342-82C6-4665-81CE-431AEA6E2071}"/>
              </a:ext>
            </a:extLst>
          </p:cNvPr>
          <p:cNvSpPr>
            <a:spLocks xmlns:a="http://schemas.openxmlformats.org/drawingml/2006/main" noGrp="1"/>
          </p:cNvSpPr>
          <p:nvPr/>
        </p:nvSpPr>
        <p:spPr>
          <a:xfrm xmlns:a="http://schemas.openxmlformats.org/drawingml/2006/main">
            <a:off x="3962400" y="4953000"/>
            <a:ext cx="0" cy="1047750"/>
          </a:xfrm>
          <a:prstGeom xmlns:a="http://schemas.openxmlformats.org/drawingml/2006/main" prst="line">
            <a:avLst/>
          </a:prstGeom>
          <a:noFill xmlns:a="http://schemas.openxmlformats.org/drawingml/2006/main"/>
          <a:ln xmlns:a="http://schemas.openxmlformats.org/drawingml/2006/main" w="9525">
            <a:solidFill>
              <a:srgbClr val="B8C4CC"/>
            </a:solidFill>
            <a:prstDash val="solid"/>
          </a:ln>
        </p:spPr>
      </p:sp>
      <p:sp>
        <p:nvSpPr>
          <p:cNvPr id="17" name="">
            <a:extLst xmlns:a="http://schemas.openxmlformats.org/drawingml/2006/main">
              <a:ext uri="{FF2B5EF4-FFF2-40B4-BE49-F238E27FC236}">
                <a16:creationId xmlns:a16="http://schemas.microsoft.com/office/drawing/2014/main" id="{C6A9556A-2B77-4437-87F2-6F06A62ED1FF}"/>
              </a:ext>
            </a:extLst>
          </p:cNvPr>
          <p:cNvSpPr>
            <a:spLocks xmlns:a="http://schemas.openxmlformats.org/drawingml/2006/main" noGrp="1"/>
          </p:cNvSpPr>
          <p:nvPr/>
        </p:nvSpPr>
        <p:spPr>
          <a:xfrm xmlns:a="http://schemas.openxmlformats.org/drawingml/2006/main">
            <a:off x="4200525" y="5048250"/>
            <a:ext cx="3333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022F51"/>
                </a:solidFill>
                <a:latin typeface="Arial"/>
                <a:ea typeface="Arial"/>
                <a:cs typeface="Arial"/>
              </a:defRPr>
            </a:pPr>
            <a:r>
              <a:rPr sz="1650" b="1">
                <a:solidFill>
                  <a:srgbClr val="022F51"/>
                </a:solidFill>
                <a:latin typeface="Arial"/>
                <a:ea typeface="Arial"/>
                <a:cs typeface="Arial"/>
              </a:rPr>
              <a:t>Gitt fullmakt</a:t>
            </a:r>
          </a:p>
        </p:txBody>
      </p:sp>
      <p:sp>
        <p:nvSpPr>
          <p:cNvPr id="18" name="">
            <a:extLst xmlns:a="http://schemas.openxmlformats.org/drawingml/2006/main">
              <a:ext uri="{FF2B5EF4-FFF2-40B4-BE49-F238E27FC236}">
                <a16:creationId xmlns:a16="http://schemas.microsoft.com/office/drawing/2014/main" id="{4C4EE935-41C7-4331-9BD7-A07C8D2FD811}"/>
              </a:ext>
            </a:extLst>
          </p:cNvPr>
          <p:cNvSpPr>
            <a:spLocks xmlns:a="http://schemas.openxmlformats.org/drawingml/2006/main" noGrp="1"/>
          </p:cNvSpPr>
          <p:nvPr/>
        </p:nvSpPr>
        <p:spPr>
          <a:xfrm xmlns:a="http://schemas.openxmlformats.org/drawingml/2006/main">
            <a:off x="4200525" y="5410200"/>
            <a:ext cx="333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a:solidFill>
                  <a:srgbClr val="52616B"/>
                </a:solidFill>
                <a:latin typeface="Arial"/>
                <a:ea typeface="Arial"/>
                <a:cs typeface="Arial"/>
              </a:defRPr>
            </a:pPr>
            <a:r>
              <a:rPr sz="1350" b="0">
                <a:solidFill>
                  <a:srgbClr val="52616B"/>
                </a:solidFill>
                <a:latin typeface="Arial"/>
                <a:ea typeface="Arial"/>
                <a:cs typeface="Arial"/>
              </a:rPr>
              <a:t>tilgangspakke eller enkelttjeneste</a:t>
            </a:r>
          </a:p>
        </p:txBody>
      </p:sp>
      <p:sp>
        <p:nvSpPr>
          <p:cNvPr id="19" name="">
            <a:extLst xmlns:a="http://schemas.openxmlformats.org/drawingml/2006/main">
              <a:ext uri="{FF2B5EF4-FFF2-40B4-BE49-F238E27FC236}">
                <a16:creationId xmlns:a16="http://schemas.microsoft.com/office/drawing/2014/main" id="{755E2264-D7A6-4C29-97DC-A5AE857C42FB}"/>
              </a:ext>
            </a:extLst>
          </p:cNvPr>
          <p:cNvSpPr>
            <a:spLocks xmlns:a="http://schemas.openxmlformats.org/drawingml/2006/main" noGrp="1"/>
          </p:cNvSpPr>
          <p:nvPr/>
        </p:nvSpPr>
        <p:spPr>
          <a:xfrm xmlns:a="http://schemas.openxmlformats.org/drawingml/2006/main">
            <a:off x="7705725" y="4953000"/>
            <a:ext cx="0" cy="1047750"/>
          </a:xfrm>
          <a:prstGeom xmlns:a="http://schemas.openxmlformats.org/drawingml/2006/main" prst="line">
            <a:avLst/>
          </a:prstGeom>
          <a:noFill xmlns:a="http://schemas.openxmlformats.org/drawingml/2006/main"/>
          <a:ln xmlns:a="http://schemas.openxmlformats.org/drawingml/2006/main" w="9525">
            <a:solidFill>
              <a:srgbClr val="B8C4CC"/>
            </a:solidFill>
            <a:prstDash val="solid"/>
          </a:ln>
        </p:spPr>
      </p:sp>
      <p:sp>
        <p:nvSpPr>
          <p:cNvPr id="20" name="">
            <a:extLst xmlns:a="http://schemas.openxmlformats.org/drawingml/2006/main">
              <a:ext uri="{FF2B5EF4-FFF2-40B4-BE49-F238E27FC236}">
                <a16:creationId xmlns:a16="http://schemas.microsoft.com/office/drawing/2014/main" id="{AD22FAAB-2A8B-4B37-A61A-C72AA8D53097}"/>
              </a:ext>
            </a:extLst>
          </p:cNvPr>
          <p:cNvSpPr>
            <a:spLocks xmlns:a="http://schemas.openxmlformats.org/drawingml/2006/main" noGrp="1"/>
          </p:cNvSpPr>
          <p:nvPr/>
        </p:nvSpPr>
        <p:spPr>
          <a:xfrm xmlns:a="http://schemas.openxmlformats.org/drawingml/2006/main">
            <a:off x="7943850" y="5048250"/>
            <a:ext cx="3333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022F51"/>
                </a:solidFill>
                <a:latin typeface="Arial"/>
                <a:ea typeface="Arial"/>
                <a:cs typeface="Arial"/>
              </a:defRPr>
            </a:pPr>
            <a:r>
              <a:rPr sz="1650" b="1">
                <a:solidFill>
                  <a:srgbClr val="022F51"/>
                </a:solidFill>
                <a:latin typeface="Arial"/>
                <a:ea typeface="Arial"/>
                <a:cs typeface="Arial"/>
              </a:rPr>
              <a:t>Lov- eller registergrunnlag</a:t>
            </a:r>
          </a:p>
        </p:txBody>
      </p:sp>
      <p:sp>
        <p:nvSpPr>
          <p:cNvPr id="21" name="">
            <a:extLst xmlns:a="http://schemas.openxmlformats.org/drawingml/2006/main">
              <a:ext uri="{FF2B5EF4-FFF2-40B4-BE49-F238E27FC236}">
                <a16:creationId xmlns:a16="http://schemas.microsoft.com/office/drawing/2014/main" id="{885555B9-8757-4DAF-925D-4F196639E12E}"/>
              </a:ext>
            </a:extLst>
          </p:cNvPr>
          <p:cNvSpPr>
            <a:spLocks xmlns:a="http://schemas.openxmlformats.org/drawingml/2006/main" noGrp="1"/>
          </p:cNvSpPr>
          <p:nvPr/>
        </p:nvSpPr>
        <p:spPr>
          <a:xfrm xmlns:a="http://schemas.openxmlformats.org/drawingml/2006/main">
            <a:off x="7943850" y="5410200"/>
            <a:ext cx="333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a:solidFill>
                  <a:srgbClr val="52616B"/>
                </a:solidFill>
                <a:latin typeface="Arial"/>
                <a:ea typeface="Arial"/>
                <a:cs typeface="Arial"/>
              </a:defRPr>
            </a:pPr>
            <a:r>
              <a:rPr sz="1350" b="0">
                <a:solidFill>
                  <a:srgbClr val="52616B"/>
                </a:solidFill>
                <a:latin typeface="Arial"/>
                <a:ea typeface="Arial"/>
                <a:cs typeface="Arial"/>
              </a:rPr>
              <a:t>for eksempel vergefullmakt</a:t>
            </a:r>
          </a:p>
        </p:txBody>
      </p:sp>
      <p:sp>
        <p:nvSpPr>
          <p:cNvPr id="22" name="">
            <a:extLst xmlns:a="http://schemas.openxmlformats.org/drawingml/2006/main">
              <a:ext uri="{FF2B5EF4-FFF2-40B4-BE49-F238E27FC236}">
                <a16:creationId xmlns:a16="http://schemas.microsoft.com/office/drawing/2014/main" id="{8FCEA4CE-7727-451D-8887-20C9F54EAAB5}"/>
              </a:ext>
            </a:extLst>
          </p:cNvPr>
          <p:cNvSpPr>
            <a:spLocks xmlns:a="http://schemas.openxmlformats.org/drawingml/2006/main" noGrp="1"/>
          </p:cNvSpPr>
          <p:nvPr/>
        </p:nvSpPr>
        <p:spPr>
          <a:xfrm xmlns:a="http://schemas.openxmlformats.org/drawingml/2006/main">
            <a:off x="457200" y="6429375"/>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l">
              <a:buNone/>
              <a:defRPr sz="900" b="0">
                <a:solidFill>
                  <a:srgbClr val="52616B"/>
                </a:solidFill>
                <a:latin typeface="Arial"/>
                <a:ea typeface="Arial"/>
                <a:cs typeface="Arial"/>
              </a:defRPr>
            </a:pPr>
            <a:r>
              <a:rPr sz="900" b="0">
                <a:solidFill>
                  <a:srgbClr val="52616B"/>
                </a:solidFill>
                <a:latin typeface="Arial"/>
                <a:ea typeface="Arial"/>
                <a:cs typeface="Arial"/>
              </a:rPr>
              <a:t>Altinn Autorisasjon</a:t>
            </a:r>
          </a:p>
        </p:txBody>
      </p:sp>
      <p:sp>
        <p:nvSpPr>
          <p:cNvPr id="23" name="">
            <a:extLst xmlns:a="http://schemas.openxmlformats.org/drawingml/2006/main">
              <a:ext uri="{FF2B5EF4-FFF2-40B4-BE49-F238E27FC236}">
                <a16:creationId xmlns:a16="http://schemas.microsoft.com/office/drawing/2014/main" id="{95465152-B0E5-41C5-915B-3E9B1DDBEDF2}"/>
              </a:ext>
            </a:extLst>
          </p:cNvPr>
          <p:cNvSpPr>
            <a:spLocks xmlns:a="http://schemas.openxmlformats.org/drawingml/2006/main" noGrp="1"/>
          </p:cNvSpPr>
          <p:nvPr/>
        </p:nvSpPr>
        <p:spPr>
          <a:xfrm xmlns:a="http://schemas.openxmlformats.org/drawingml/2006/main">
            <a:off x="11191875" y="6400800"/>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r">
              <a:buNone/>
              <a:defRPr sz="900" b="0">
                <a:solidFill>
                  <a:srgbClr val="52616B"/>
                </a:solidFill>
                <a:latin typeface="Arial"/>
                <a:ea typeface="Arial"/>
                <a:cs typeface="Arial"/>
              </a:defRPr>
            </a:pPr>
            <a:r>
              <a:rPr sz="900" b="0">
                <a:solidFill>
                  <a:srgbClr val="52616B"/>
                </a:solidFill>
                <a:latin typeface="Arial"/>
                <a:ea typeface="Arial"/>
                <a:cs typeface="Arial"/>
              </a:rPr>
              <a:t>05</a:t>
            </a:r>
          </a:p>
        </p:txBody>
      </p:sp>
    </p:spTree>
    <p:extLst>
      <p:ext uri="{BB962C8B-B14F-4D97-AF65-F5344CB8AC3E}">
        <p14:creationId xmlns:p14="http://schemas.microsoft.com/office/powerpoint/2010/main" val="119717969"/>
      </p:ext>
    </p:extLst>
  </p:cSld>
</p:sld>
</file>

<file path=ppt/slides/slide6.xml><?xml version="1.0" encoding="utf-8"?>
<p:sld xmlns:p="http://schemas.openxmlformats.org/presentationml/2006/main">
  <p:cSld>
    <p:bg>
      <p:bgPr>
        <a:solidFill xmlns:a="http://schemas.openxmlformats.org/drawingml/2006/main">
          <a:srgbClr val="022F51"/>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ac13af1c226e45fd"/>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35A6479-9E8E-4A69-AEAD-F60F453094A8}"/>
              </a:ext>
            </a:extLst>
          </p:cNvPr>
          <p:cNvSpPr>
            <a:spLocks xmlns:a="http://schemas.openxmlformats.org/drawingml/2006/main" noGrp="1"/>
          </p:cNvSpPr>
          <p:nvPr/>
        </p:nvSpPr>
        <p:spPr>
          <a:xfrm xmlns:a="http://schemas.openxmlformats.org/drawingml/2006/main">
            <a:off x="0" y="0"/>
            <a:ext cx="12192000" cy="1009650"/>
          </a:xfrm>
          <a:prstGeom xmlns:a="http://schemas.openxmlformats.org/drawingml/2006/main" prst="rect">
            <a:avLst/>
          </a:prstGeom>
          <a:solidFill xmlns:a="http://schemas.openxmlformats.org/drawingml/2006/main">
            <a:srgbClr val="022F51"/>
          </a:solidFill>
          <a:ln xmlns:a="http://schemas.openxmlformats.org/drawingml/2006/main" w="0">
            <a:solidFill>
              <a:srgbClr val="022F51"/>
            </a:solidFill>
            <a:prstDash val="solid"/>
          </a:ln>
        </p:spPr>
      </p:sp>
      <p:sp>
        <p:nvSpPr>
          <p:cNvPr id="3" name="">
            <a:extLst xmlns:a="http://schemas.openxmlformats.org/drawingml/2006/main">
              <a:ext uri="{FF2B5EF4-FFF2-40B4-BE49-F238E27FC236}">
                <a16:creationId xmlns:a16="http://schemas.microsoft.com/office/drawing/2014/main" id="{BE77B428-9001-48BF-9748-6C6EDCDC22E2}"/>
              </a:ext>
            </a:extLst>
          </p:cNvPr>
          <p:cNvSpPr>
            <a:spLocks xmlns:a="http://schemas.openxmlformats.org/drawingml/2006/main" noGrp="1"/>
          </p:cNvSpPr>
          <p:nvPr/>
        </p:nvSpPr>
        <p:spPr>
          <a:xfrm xmlns:a="http://schemas.openxmlformats.org/drawingml/2006/main">
            <a:off x="0" y="0"/>
            <a:ext cx="114300" cy="1009650"/>
          </a:xfrm>
          <a:prstGeom xmlns:a="http://schemas.openxmlformats.org/drawingml/2006/main" prst="rect">
            <a:avLst/>
          </a:prstGeom>
          <a:solidFill xmlns:a="http://schemas.openxmlformats.org/drawingml/2006/main">
            <a:srgbClr val="0062BA"/>
          </a:solidFill>
          <a:ln xmlns:a="http://schemas.openxmlformats.org/drawingml/2006/main" w="0">
            <a:solidFill>
              <a:srgbClr val="0062BA"/>
            </a:solidFill>
            <a:prstDash val="solid"/>
          </a:ln>
        </p:spPr>
      </p:sp>
      <p:sp>
        <p:nvSpPr>
          <p:cNvPr id="4" name="">
            <a:extLst xmlns:a="http://schemas.openxmlformats.org/drawingml/2006/main">
              <a:ext uri="{FF2B5EF4-FFF2-40B4-BE49-F238E27FC236}">
                <a16:creationId xmlns:a16="http://schemas.microsoft.com/office/drawing/2014/main" id="{EBC7E559-E44D-4E34-82DE-C0A61FD19921}"/>
              </a:ext>
            </a:extLst>
          </p:cNvPr>
          <p:cNvSpPr>
            <a:spLocks xmlns:a="http://schemas.openxmlformats.org/drawingml/2006/main" noGrp="1"/>
          </p:cNvSpPr>
          <p:nvPr/>
        </p:nvSpPr>
        <p:spPr>
          <a:xfrm xmlns:a="http://schemas.openxmlformats.org/drawingml/2006/main">
            <a:off x="438150" y="952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DDF3FF"/>
                </a:solidFill>
                <a:latin typeface="Arial"/>
                <a:ea typeface="Arial"/>
                <a:cs typeface="Arial"/>
              </a:defRPr>
            </a:pPr>
            <a:r>
              <a:rPr sz="975" b="1">
                <a:solidFill>
                  <a:srgbClr val="DDF3FF"/>
                </a:solidFill>
                <a:latin typeface="Arial"/>
                <a:ea typeface="Arial"/>
                <a:cs typeface="Arial"/>
              </a:rPr>
              <a:t>REPRESENTASJON</a:t>
            </a:r>
          </a:p>
        </p:txBody>
      </p:sp>
      <p:sp>
        <p:nvSpPr>
          <p:cNvPr id="5" name="">
            <a:extLst xmlns:a="http://schemas.openxmlformats.org/drawingml/2006/main">
              <a:ext uri="{FF2B5EF4-FFF2-40B4-BE49-F238E27FC236}">
                <a16:creationId xmlns:a16="http://schemas.microsoft.com/office/drawing/2014/main" id="{5D1E36FA-E84C-49AD-BF49-E1259704A3BB}"/>
              </a:ext>
            </a:extLst>
          </p:cNvPr>
          <p:cNvSpPr>
            <a:spLocks xmlns:a="http://schemas.openxmlformats.org/drawingml/2006/main" noGrp="1"/>
          </p:cNvSpPr>
          <p:nvPr/>
        </p:nvSpPr>
        <p:spPr>
          <a:xfrm xmlns:a="http://schemas.openxmlformats.org/drawingml/2006/main">
            <a:off x="438150" y="3238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625" b="1">
                <a:solidFill>
                  <a:srgbClr val="FFFFFF"/>
                </a:solidFill>
                <a:latin typeface="Arial"/>
                <a:ea typeface="Arial"/>
                <a:cs typeface="Arial"/>
              </a:defRPr>
            </a:pPr>
            <a:r>
              <a:rPr sz="2625" b="1">
                <a:solidFill>
                  <a:srgbClr val="FFFFFF"/>
                </a:solidFill>
                <a:latin typeface="Arial"/>
                <a:ea typeface="Arial"/>
                <a:cs typeface="Arial"/>
              </a:rPr>
              <a:t>Brukeren velger hvem de handler på vegne av</a:t>
            </a:r>
          </a:p>
        </p:txBody>
      </p:sp>
      <p:sp>
        <p:nvSpPr>
          <p:cNvPr id="6" name="">
            <a:extLst xmlns:a="http://schemas.openxmlformats.org/drawingml/2006/main">
              <a:ext uri="{FF2B5EF4-FFF2-40B4-BE49-F238E27FC236}">
                <a16:creationId xmlns:a16="http://schemas.microsoft.com/office/drawing/2014/main" id="{615B8169-EAE3-4185-B691-04C2C5212A35}"/>
              </a:ext>
            </a:extLst>
          </p:cNvPr>
          <p:cNvSpPr>
            <a:spLocks xmlns:a="http://schemas.openxmlformats.org/drawingml/2006/main" noGrp="1"/>
          </p:cNvSpPr>
          <p:nvPr/>
        </p:nvSpPr>
        <p:spPr>
          <a:xfrm xmlns:a="http://schemas.openxmlformats.org/drawingml/2006/main">
            <a:off x="457200" y="6477000"/>
            <a:ext cx="219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l">
              <a:buNone/>
              <a:defRPr sz="825" b="0">
                <a:solidFill>
                  <a:srgbClr val="FFFFFF"/>
                </a:solidFill>
                <a:latin typeface="Arial"/>
                <a:ea typeface="Arial"/>
                <a:cs typeface="Arial"/>
              </a:defRPr>
            </a:pPr>
            <a:r>
              <a:rPr sz="825" b="0">
                <a:solidFill>
                  <a:srgbClr val="FFFFFF"/>
                </a:solidFill>
                <a:latin typeface="Arial"/>
                <a:ea typeface="Arial"/>
                <a:cs typeface="Arial"/>
              </a:rPr>
              <a:t>Altinn Autorisasjon</a:t>
            </a:r>
          </a:p>
        </p:txBody>
      </p:sp>
      <p:sp>
        <p:nvSpPr>
          <p:cNvPr id="7" name="">
            <a:extLst xmlns:a="http://schemas.openxmlformats.org/drawingml/2006/main">
              <a:ext uri="{FF2B5EF4-FFF2-40B4-BE49-F238E27FC236}">
                <a16:creationId xmlns:a16="http://schemas.microsoft.com/office/drawing/2014/main" id="{15A739A1-16E7-4D45-B875-01049DC84382}"/>
              </a:ext>
            </a:extLst>
          </p:cNvPr>
          <p:cNvSpPr>
            <a:spLocks xmlns:a="http://schemas.openxmlformats.org/drawingml/2006/main" noGrp="1"/>
          </p:cNvSpPr>
          <p:nvPr/>
        </p:nvSpPr>
        <p:spPr>
          <a:xfrm xmlns:a="http://schemas.openxmlformats.org/drawingml/2006/main">
            <a:off x="11239500" y="6457950"/>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r">
              <a:buNone/>
              <a:defRPr sz="825" b="0">
                <a:solidFill>
                  <a:srgbClr val="FFFFFF"/>
                </a:solidFill>
                <a:latin typeface="Arial"/>
                <a:ea typeface="Arial"/>
                <a:cs typeface="Arial"/>
              </a:defRPr>
            </a:pPr>
            <a:r>
              <a:rPr sz="825" b="0">
                <a:solidFill>
                  <a:srgbClr val="FFFFFF"/>
                </a:solidFill>
                <a:latin typeface="Arial"/>
                <a:ea typeface="Arial"/>
                <a:cs typeface="Arial"/>
              </a:rPr>
              <a:t>06</a:t>
            </a:r>
          </a:p>
        </p:txBody>
      </p:sp>
    </p:spTree>
    <p:extLst>
      <p:ext uri="{BB962C8B-B14F-4D97-AF65-F5344CB8AC3E}">
        <p14:creationId xmlns:p14="http://schemas.microsoft.com/office/powerpoint/2010/main" val="119717969"/>
      </p:ext>
    </p:extLst>
  </p:cSld>
</p:sld>
</file>

<file path=ppt/slides/slide7.xml><?xml version="1.0" encoding="utf-8"?>
<p:sld xmlns:p="http://schemas.openxmlformats.org/presentationml/2006/main">
  <p:cSld>
    <p:bg>
      <p:bgPr>
        <a:solidFill xmlns:a="http://schemas.openxmlformats.org/drawingml/2006/main">
          <a:srgbClr val="DDEFF9"/>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c002e5ea77ff4f10"/>
          <a:srcRect xmlns:a="http://schemas.openxmlformats.org/drawingml/2006/main" l="0" t="0" r="0" b="0"/>
          <a:stretch xmlns:a="http://schemas.openxmlformats.org/drawingml/2006/main">
            <a:fillRect l="0" t="0" r="0" b="0"/>
          </a:stretch>
        </p:blipFill>
        <p:spPr>
          <a:xfrm xmlns:a="http://schemas.openxmlformats.org/drawingml/2006/main">
            <a:off x="1143000" y="1238250"/>
            <a:ext cx="9906000" cy="43434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35A6479-9E8E-4A69-AEAD-F60F453094A8}"/>
              </a:ext>
            </a:extLst>
          </p:cNvPr>
          <p:cNvSpPr>
            <a:spLocks xmlns:a="http://schemas.openxmlformats.org/drawingml/2006/main" noGrp="1"/>
          </p:cNvSpPr>
          <p:nvPr/>
        </p:nvSpPr>
        <p:spPr>
          <a:xfrm xmlns:a="http://schemas.openxmlformats.org/drawingml/2006/main">
            <a:off x="0" y="0"/>
            <a:ext cx="12192000" cy="1009650"/>
          </a:xfrm>
          <a:prstGeom xmlns:a="http://schemas.openxmlformats.org/drawingml/2006/main" prst="rect">
            <a:avLst/>
          </a:prstGeom>
          <a:solidFill xmlns:a="http://schemas.openxmlformats.org/drawingml/2006/main">
            <a:srgbClr val="022F51"/>
          </a:solidFill>
          <a:ln xmlns:a="http://schemas.openxmlformats.org/drawingml/2006/main" w="0">
            <a:solidFill>
              <a:srgbClr val="022F51"/>
            </a:solidFill>
            <a:prstDash val="solid"/>
          </a:ln>
        </p:spPr>
      </p:sp>
      <p:sp>
        <p:nvSpPr>
          <p:cNvPr id="3" name="">
            <a:extLst xmlns:a="http://schemas.openxmlformats.org/drawingml/2006/main">
              <a:ext uri="{FF2B5EF4-FFF2-40B4-BE49-F238E27FC236}">
                <a16:creationId xmlns:a16="http://schemas.microsoft.com/office/drawing/2014/main" id="{BE77B428-9001-48BF-9748-6C6EDCDC22E2}"/>
              </a:ext>
            </a:extLst>
          </p:cNvPr>
          <p:cNvSpPr>
            <a:spLocks xmlns:a="http://schemas.openxmlformats.org/drawingml/2006/main" noGrp="1"/>
          </p:cNvSpPr>
          <p:nvPr/>
        </p:nvSpPr>
        <p:spPr>
          <a:xfrm xmlns:a="http://schemas.openxmlformats.org/drawingml/2006/main">
            <a:off x="0" y="0"/>
            <a:ext cx="114300" cy="1009650"/>
          </a:xfrm>
          <a:prstGeom xmlns:a="http://schemas.openxmlformats.org/drawingml/2006/main" prst="rect">
            <a:avLst/>
          </a:prstGeom>
          <a:solidFill xmlns:a="http://schemas.openxmlformats.org/drawingml/2006/main">
            <a:srgbClr val="0062BA"/>
          </a:solidFill>
          <a:ln xmlns:a="http://schemas.openxmlformats.org/drawingml/2006/main" w="0">
            <a:solidFill>
              <a:srgbClr val="0062BA"/>
            </a:solidFill>
            <a:prstDash val="solid"/>
          </a:ln>
        </p:spPr>
      </p:sp>
      <p:sp>
        <p:nvSpPr>
          <p:cNvPr id="4" name="">
            <a:extLst xmlns:a="http://schemas.openxmlformats.org/drawingml/2006/main">
              <a:ext uri="{FF2B5EF4-FFF2-40B4-BE49-F238E27FC236}">
                <a16:creationId xmlns:a16="http://schemas.microsoft.com/office/drawing/2014/main" id="{EBC7E559-E44D-4E34-82DE-C0A61FD19921}"/>
              </a:ext>
            </a:extLst>
          </p:cNvPr>
          <p:cNvSpPr>
            <a:spLocks xmlns:a="http://schemas.openxmlformats.org/drawingml/2006/main" noGrp="1"/>
          </p:cNvSpPr>
          <p:nvPr/>
        </p:nvSpPr>
        <p:spPr>
          <a:xfrm xmlns:a="http://schemas.openxmlformats.org/drawingml/2006/main">
            <a:off x="438150" y="952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DDF3FF"/>
                </a:solidFill>
                <a:latin typeface="Arial"/>
                <a:ea typeface="Arial"/>
                <a:cs typeface="Arial"/>
              </a:defRPr>
            </a:pPr>
            <a:r>
              <a:rPr sz="975" b="1">
                <a:solidFill>
                  <a:srgbClr val="DDF3FF"/>
                </a:solidFill>
                <a:latin typeface="Arial"/>
                <a:ea typeface="Arial"/>
                <a:cs typeface="Arial"/>
              </a:rPr>
              <a:t>REPRESENTASJON</a:t>
            </a:r>
          </a:p>
        </p:txBody>
      </p:sp>
      <p:sp>
        <p:nvSpPr>
          <p:cNvPr id="5" name="">
            <a:extLst xmlns:a="http://schemas.openxmlformats.org/drawingml/2006/main">
              <a:ext uri="{FF2B5EF4-FFF2-40B4-BE49-F238E27FC236}">
                <a16:creationId xmlns:a16="http://schemas.microsoft.com/office/drawing/2014/main" id="{5D1E36FA-E84C-49AD-BF49-E1259704A3BB}"/>
              </a:ext>
            </a:extLst>
          </p:cNvPr>
          <p:cNvSpPr>
            <a:spLocks xmlns:a="http://schemas.openxmlformats.org/drawingml/2006/main" noGrp="1"/>
          </p:cNvSpPr>
          <p:nvPr/>
        </p:nvSpPr>
        <p:spPr>
          <a:xfrm xmlns:a="http://schemas.openxmlformats.org/drawingml/2006/main">
            <a:off x="438150" y="3238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625" b="1">
                <a:solidFill>
                  <a:srgbClr val="FFFFFF"/>
                </a:solidFill>
                <a:latin typeface="Arial"/>
                <a:ea typeface="Arial"/>
                <a:cs typeface="Arial"/>
              </a:defRPr>
            </a:pPr>
            <a:r>
              <a:rPr sz="2625" b="1">
                <a:solidFill>
                  <a:srgbClr val="FFFFFF"/>
                </a:solidFill>
                <a:latin typeface="Arial"/>
                <a:ea typeface="Arial"/>
                <a:cs typeface="Arial"/>
              </a:rPr>
              <a:t>Avgiverlisten viser hvem brukeren kan representere</a:t>
            </a:r>
          </a:p>
        </p:txBody>
      </p:sp>
      <p:sp>
        <p:nvSpPr>
          <p:cNvPr id="6" name="">
            <a:extLst xmlns:a="http://schemas.openxmlformats.org/drawingml/2006/main">
              <a:ext uri="{FF2B5EF4-FFF2-40B4-BE49-F238E27FC236}">
                <a16:creationId xmlns:a16="http://schemas.microsoft.com/office/drawing/2014/main" id="{615B8169-EAE3-4185-B691-04C2C5212A35}"/>
              </a:ext>
            </a:extLst>
          </p:cNvPr>
          <p:cNvSpPr>
            <a:spLocks xmlns:a="http://schemas.openxmlformats.org/drawingml/2006/main" noGrp="1"/>
          </p:cNvSpPr>
          <p:nvPr/>
        </p:nvSpPr>
        <p:spPr>
          <a:xfrm xmlns:a="http://schemas.openxmlformats.org/drawingml/2006/main">
            <a:off x="457200" y="6477000"/>
            <a:ext cx="219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l">
              <a:buNone/>
              <a:defRPr sz="825" b="0">
                <a:solidFill>
                  <a:srgbClr val="FFFFFF"/>
                </a:solidFill>
                <a:latin typeface="Arial"/>
                <a:ea typeface="Arial"/>
                <a:cs typeface="Arial"/>
              </a:defRPr>
            </a:pPr>
            <a:r>
              <a:rPr sz="825" b="0">
                <a:solidFill>
                  <a:srgbClr val="FFFFFF"/>
                </a:solidFill>
                <a:latin typeface="Arial"/>
                <a:ea typeface="Arial"/>
                <a:cs typeface="Arial"/>
              </a:rPr>
              <a:t>Altinn Autorisasjon</a:t>
            </a:r>
          </a:p>
        </p:txBody>
      </p:sp>
      <p:sp>
        <p:nvSpPr>
          <p:cNvPr id="7" name="">
            <a:extLst xmlns:a="http://schemas.openxmlformats.org/drawingml/2006/main">
              <a:ext uri="{FF2B5EF4-FFF2-40B4-BE49-F238E27FC236}">
                <a16:creationId xmlns:a16="http://schemas.microsoft.com/office/drawing/2014/main" id="{15A739A1-16E7-4D45-B875-01049DC84382}"/>
              </a:ext>
            </a:extLst>
          </p:cNvPr>
          <p:cNvSpPr>
            <a:spLocks xmlns:a="http://schemas.openxmlformats.org/drawingml/2006/main" noGrp="1"/>
          </p:cNvSpPr>
          <p:nvPr/>
        </p:nvSpPr>
        <p:spPr>
          <a:xfrm xmlns:a="http://schemas.openxmlformats.org/drawingml/2006/main">
            <a:off x="11239500" y="6457950"/>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r">
              <a:buNone/>
              <a:defRPr sz="825" b="0">
                <a:solidFill>
                  <a:srgbClr val="FFFFFF"/>
                </a:solidFill>
                <a:latin typeface="Arial"/>
                <a:ea typeface="Arial"/>
                <a:cs typeface="Arial"/>
              </a:defRPr>
            </a:pPr>
            <a:r>
              <a:rPr sz="825" b="0">
                <a:solidFill>
                  <a:srgbClr val="FFFFFF"/>
                </a:solidFill>
                <a:latin typeface="Arial"/>
                <a:ea typeface="Arial"/>
                <a:cs typeface="Arial"/>
              </a:rPr>
              <a:t>07</a:t>
            </a:r>
          </a:p>
        </p:txBody>
      </p:sp>
    </p:spTree>
    <p:extLst>
      <p:ext uri="{BB962C8B-B14F-4D97-AF65-F5344CB8AC3E}">
        <p14:creationId xmlns:p14="http://schemas.microsoft.com/office/powerpoint/2010/main" val="11971796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ection-6">
            <a:extLst xmlns:a="http://schemas.openxmlformats.org/drawingml/2006/main">
              <a:ext uri="{FF2B5EF4-FFF2-40B4-BE49-F238E27FC236}">
                <a16:creationId xmlns:a16="http://schemas.microsoft.com/office/drawing/2014/main" id="{B098E13C-3749-45A7-AC6D-FA3E0E6C1224}"/>
              </a:ext>
            </a:extLst>
          </p:cNvPr>
          <p:cNvSpPr>
            <a:spLocks xmlns:a="http://schemas.openxmlformats.org/drawingml/2006/main" noGrp="1"/>
          </p:cNvSpPr>
          <p:nvPr/>
        </p:nvSpPr>
        <p:spPr>
          <a:xfrm xmlns:a="http://schemas.openxmlformats.org/drawingml/2006/main">
            <a:off x="457200" y="3238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0062BA"/>
                </a:solidFill>
                <a:latin typeface="Arial"/>
                <a:ea typeface="Arial"/>
                <a:cs typeface="Arial"/>
              </a:defRPr>
            </a:pPr>
            <a:r>
              <a:rPr sz="1050" b="1">
                <a:solidFill>
                  <a:srgbClr val="0062BA"/>
                </a:solidFill>
                <a:latin typeface="Arial"/>
                <a:ea typeface="Arial"/>
                <a:cs typeface="Arial"/>
              </a:rPr>
              <a:t>GRUNNMODELLEN</a:t>
            </a:r>
          </a:p>
        </p:txBody>
      </p:sp>
      <p:sp>
        <p:nvSpPr>
          <p:cNvPr id="2" name="title-6">
            <a:extLst xmlns:a="http://schemas.openxmlformats.org/drawingml/2006/main">
              <a:ext uri="{FF2B5EF4-FFF2-40B4-BE49-F238E27FC236}">
                <a16:creationId xmlns:a16="http://schemas.microsoft.com/office/drawing/2014/main" id="{B2B1AF19-7D66-4B05-B336-F6EBE9EA93F9}"/>
              </a:ext>
            </a:extLst>
          </p:cNvPr>
          <p:cNvSpPr>
            <a:spLocks xmlns:a="http://schemas.openxmlformats.org/drawingml/2006/main" noGrp="1"/>
          </p:cNvSpPr>
          <p:nvPr/>
        </p:nvSpPr>
        <p:spPr>
          <a:xfrm xmlns:a="http://schemas.openxmlformats.org/drawingml/2006/main">
            <a:off x="457200" y="647700"/>
            <a:ext cx="11049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150" b="1">
                <a:solidFill>
                  <a:srgbClr val="1E2B3C"/>
                </a:solidFill>
                <a:latin typeface="Arial"/>
                <a:ea typeface="Arial"/>
                <a:cs typeface="Arial"/>
              </a:defRPr>
            </a:pPr>
            <a:r>
              <a:rPr sz="3150" b="1">
                <a:solidFill>
                  <a:srgbClr val="1E2B3C"/>
                </a:solidFill>
                <a:latin typeface="Arial"/>
                <a:ea typeface="Arial"/>
                <a:cs typeface="Arial"/>
              </a:rPr>
              <a:t>En beslutning bygger på fem typer informasjon</a:t>
            </a:r>
          </a:p>
        </p:txBody>
      </p:sp>
      <p:sp>
        <p:nvSpPr>
          <p:cNvPr id="3" name="">
            <a:extLst xmlns:a="http://schemas.openxmlformats.org/drawingml/2006/main">
              <a:ext uri="{FF2B5EF4-FFF2-40B4-BE49-F238E27FC236}">
                <a16:creationId xmlns:a16="http://schemas.microsoft.com/office/drawing/2014/main" id="{9212595B-51CC-409D-AEFB-E8E25A198D6D}"/>
              </a:ext>
            </a:extLst>
          </p:cNvPr>
          <p:cNvSpPr>
            <a:spLocks xmlns:a="http://schemas.openxmlformats.org/drawingml/2006/main" noGrp="1"/>
          </p:cNvSpPr>
          <p:nvPr/>
        </p:nvSpPr>
        <p:spPr>
          <a:xfrm xmlns:a="http://schemas.openxmlformats.org/drawingml/2006/main">
            <a:off x="4619625" y="2705100"/>
            <a:ext cx="2952750" cy="1428750"/>
          </a:xfrm>
          <a:prstGeom xmlns:a="http://schemas.openxmlformats.org/drawingml/2006/main" prst="roundRect">
            <a:avLst>
              <a:gd name="adj" fmla="val 10667"/>
            </a:avLst>
          </a:prstGeom>
          <a:solidFill xmlns:a="http://schemas.openxmlformats.org/drawingml/2006/main">
            <a:srgbClr val="0062BA"/>
          </a:solidFill>
          <a:ln xmlns:a="http://schemas.openxmlformats.org/drawingml/2006/main" w="9525">
            <a:solidFill>
              <a:srgbClr val="0062BA"/>
            </a:solidFill>
            <a:prstDash val="solid"/>
          </a:ln>
        </p:spPr>
        <p:txBody>
          <a:bodyPr xmlns:a="http://schemas.openxmlformats.org/drawingml/2006/main" anchor="ctr"/>
          <a:lstStyle xmlns:a="http://schemas.openxmlformats.org/drawingml/2006/main"/>
          <a:p xmlns:a="http://schemas.openxmlformats.org/drawingml/2006/main">
            <a:pPr algn="ctr">
              <a:buNone/>
              <a:defRPr sz="2100" b="1">
                <a:solidFill>
                  <a:srgbClr val="FFFFFF"/>
                </a:solidFill>
                <a:latin typeface="Arial"/>
                <a:ea typeface="Arial"/>
                <a:cs typeface="Arial"/>
              </a:defRPr>
            </a:pPr>
            <a:r>
              <a:rPr sz="2100" b="1">
                <a:solidFill>
                  <a:srgbClr val="FFFFFF"/>
                </a:solidFill>
                <a:latin typeface="Arial"/>
                <a:ea typeface="Arial"/>
                <a:cs typeface="Arial"/>
              </a:rPr>
              <a:t>AUTORISASJONS-</a:t>
            </a:r>
          </a:p>
          <a:p xmlns:a="http://schemas.openxmlformats.org/drawingml/2006/main">
            <a:pPr algn="ctr">
              <a:buNone/>
              <a:defRPr sz="2100" b="1">
                <a:solidFill>
                  <a:srgbClr val="FFFFFF"/>
                </a:solidFill>
                <a:latin typeface="Arial"/>
                <a:ea typeface="Arial"/>
                <a:cs typeface="Arial"/>
              </a:defRPr>
            </a:pPr>
            <a:r>
              <a:rPr sz="2100" b="1">
                <a:solidFill>
                  <a:srgbClr val="FFFFFF"/>
                </a:solidFill>
                <a:latin typeface="Arial"/>
                <a:ea typeface="Arial"/>
                <a:cs typeface="Arial"/>
              </a:rPr>
              <a:t>BESLUTNING</a:t>
            </a:r>
          </a:p>
        </p:txBody>
      </p:sp>
      <p:sp>
        <p:nvSpPr>
          <p:cNvPr id="4" name="">
            <a:extLst xmlns:a="http://schemas.openxmlformats.org/drawingml/2006/main">
              <a:ext uri="{FF2B5EF4-FFF2-40B4-BE49-F238E27FC236}">
                <a16:creationId xmlns:a16="http://schemas.microsoft.com/office/drawing/2014/main" id="{D75B73E6-189F-4058-83EB-01AAF7E99CFF}"/>
              </a:ext>
            </a:extLst>
          </p:cNvPr>
          <p:cNvSpPr>
            <a:spLocks xmlns:a="http://schemas.openxmlformats.org/drawingml/2006/main" noGrp="1"/>
          </p:cNvSpPr>
          <p:nvPr/>
        </p:nvSpPr>
        <p:spPr>
          <a:xfrm xmlns:a="http://schemas.openxmlformats.org/drawingml/2006/main">
            <a:off x="857250" y="2095500"/>
            <a:ext cx="2476500" cy="990600"/>
          </a:xfrm>
          <a:prstGeom xmlns:a="http://schemas.openxmlformats.org/drawingml/2006/main" prst="roundRect">
            <a:avLst>
              <a:gd name="adj" fmla="val 11538"/>
            </a:avLst>
          </a:prstGeom>
          <a:solidFill xmlns:a="http://schemas.openxmlformats.org/drawingml/2006/main">
            <a:srgbClr val="EEF8FD"/>
          </a:solidFill>
          <a:ln xmlns:a="http://schemas.openxmlformats.org/drawingml/2006/main" w="9525">
            <a:solidFill>
              <a:srgbClr val="A6D8F2"/>
            </a:solid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022F51"/>
                </a:solidFill>
                <a:latin typeface="Arial"/>
                <a:ea typeface="Arial"/>
                <a:cs typeface="Arial"/>
              </a:defRPr>
            </a:pPr>
            <a:r>
              <a:rPr sz="1500" b="1">
                <a:solidFill>
                  <a:srgbClr val="022F51"/>
                </a:solidFill>
                <a:latin typeface="Arial"/>
                <a:ea typeface="Arial"/>
                <a:cs typeface="Arial"/>
              </a:rPr>
              <a:t>1  Hvem</a:t>
            </a:r>
          </a:p>
          <a:p xmlns:a="http://schemas.openxmlformats.org/drawingml/2006/main">
            <a:pPr algn="ctr">
              <a:buNone/>
              <a:defRPr sz="1500" b="1">
                <a:solidFill>
                  <a:srgbClr val="022F51"/>
                </a:solidFill>
                <a:latin typeface="Arial"/>
                <a:ea typeface="Arial"/>
                <a:cs typeface="Arial"/>
              </a:defRPr>
            </a:pPr>
            <a:r>
              <a:rPr sz="1500" b="1">
                <a:solidFill>
                  <a:srgbClr val="022F51"/>
                </a:solidFill>
                <a:latin typeface="Arial"/>
                <a:ea typeface="Arial"/>
                <a:cs typeface="Arial"/>
              </a:rPr>
              <a:t>person eller system</a:t>
            </a:r>
          </a:p>
        </p:txBody>
      </p:sp>
      <p:cxnSp>
        <p:nvCxnSpPr>
          <p:cNvPr id="254" name=""/>
          <p:cNvCxnSpPr>
            <a:stCxn xmlns:a="http://schemas.openxmlformats.org/drawingml/2006/main" id="4" idx="3"/>
            <a:endCxn xmlns:a="http://schemas.openxmlformats.org/drawingml/2006/main" id="3" idx="1"/>
          </p:cNvCxnSpPr>
          <p:nvPr/>
        </p:nvCxnSpPr>
        <p:spPr>
          <a:xfrm xmlns:a="http://schemas.openxmlformats.org/drawingml/2006/main">
            <a:off x="3333750" y="2590800"/>
            <a:ext cx="1285875" cy="828675"/>
          </a:xfrm>
          <a:prstGeom xmlns:a="http://schemas.openxmlformats.org/drawingml/2006/main" prst="straightConnector1">
            <a:avLst/>
          </a:prstGeom>
          <a:ln xmlns:a="http://schemas.openxmlformats.org/drawingml/2006/main" w="19050">
            <a:solidFill>
              <a:srgbClr val="B8C4CC"/>
            </a:solidFill>
            <a:prstDash val="solid"/>
            <a:headEnd type="none" w="med" len="med"/>
          </a:ln>
        </p:spPr>
      </p:cxnSp>
      <p:sp>
        <p:nvSpPr>
          <p:cNvPr id="6" name="">
            <a:extLst xmlns:a="http://schemas.openxmlformats.org/drawingml/2006/main">
              <a:ext uri="{FF2B5EF4-FFF2-40B4-BE49-F238E27FC236}">
                <a16:creationId xmlns:a16="http://schemas.microsoft.com/office/drawing/2014/main" id="{B85AA8BD-7A5C-4532-AEC0-10A9C8654AFB}"/>
              </a:ext>
            </a:extLst>
          </p:cNvPr>
          <p:cNvSpPr>
            <a:spLocks xmlns:a="http://schemas.openxmlformats.org/drawingml/2006/main" noGrp="1"/>
          </p:cNvSpPr>
          <p:nvPr/>
        </p:nvSpPr>
        <p:spPr>
          <a:xfrm xmlns:a="http://schemas.openxmlformats.org/drawingml/2006/main">
            <a:off x="857250" y="4286250"/>
            <a:ext cx="2476500" cy="990600"/>
          </a:xfrm>
          <a:prstGeom xmlns:a="http://schemas.openxmlformats.org/drawingml/2006/main" prst="roundRect">
            <a:avLst>
              <a:gd name="adj" fmla="val 11538"/>
            </a:avLst>
          </a:prstGeom>
          <a:solidFill xmlns:a="http://schemas.openxmlformats.org/drawingml/2006/main">
            <a:srgbClr val="EEF8FD"/>
          </a:solidFill>
          <a:ln xmlns:a="http://schemas.openxmlformats.org/drawingml/2006/main" w="9525">
            <a:solidFill>
              <a:srgbClr val="A6D8F2"/>
            </a:solid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022F51"/>
                </a:solidFill>
                <a:latin typeface="Arial"/>
                <a:ea typeface="Arial"/>
                <a:cs typeface="Arial"/>
              </a:defRPr>
            </a:pPr>
            <a:r>
              <a:rPr sz="1500" b="1">
                <a:solidFill>
                  <a:srgbClr val="022F51"/>
                </a:solidFill>
                <a:latin typeface="Arial"/>
                <a:ea typeface="Arial"/>
                <a:cs typeface="Arial"/>
              </a:rPr>
              <a:t>2  Handling</a:t>
            </a:r>
          </a:p>
          <a:p xmlns:a="http://schemas.openxmlformats.org/drawingml/2006/main">
            <a:pPr algn="ctr">
              <a:buNone/>
              <a:defRPr sz="1500" b="1">
                <a:solidFill>
                  <a:srgbClr val="022F51"/>
                </a:solidFill>
                <a:latin typeface="Arial"/>
                <a:ea typeface="Arial"/>
                <a:cs typeface="Arial"/>
              </a:defRPr>
            </a:pPr>
            <a:r>
              <a:rPr sz="1500" b="1">
                <a:solidFill>
                  <a:srgbClr val="022F51"/>
                </a:solidFill>
                <a:latin typeface="Arial"/>
                <a:ea typeface="Arial"/>
                <a:cs typeface="Arial"/>
              </a:rPr>
              <a:t>lese, skrive, signere …</a:t>
            </a:r>
          </a:p>
        </p:txBody>
      </p:sp>
      <p:cxnSp>
        <p:nvCxnSpPr>
          <p:cNvPr id="256" name=""/>
          <p:cNvCxnSpPr>
            <a:stCxn xmlns:a="http://schemas.openxmlformats.org/drawingml/2006/main" id="6" idx="3"/>
            <a:endCxn xmlns:a="http://schemas.openxmlformats.org/drawingml/2006/main" id="3" idx="1"/>
          </p:cNvCxnSpPr>
          <p:nvPr/>
        </p:nvCxnSpPr>
        <p:spPr>
          <a:xfrm xmlns:a="http://schemas.openxmlformats.org/drawingml/2006/main" flipV="1">
            <a:off x="3333750" y="3419475"/>
            <a:ext cx="1285875" cy="1362075"/>
          </a:xfrm>
          <a:prstGeom xmlns:a="http://schemas.openxmlformats.org/drawingml/2006/main" prst="straightConnector1">
            <a:avLst/>
          </a:prstGeom>
          <a:ln xmlns:a="http://schemas.openxmlformats.org/drawingml/2006/main" w="19050">
            <a:solidFill>
              <a:srgbClr val="B8C4CC"/>
            </a:solidFill>
            <a:prstDash val="solid"/>
            <a:headEnd type="none" w="med" len="med"/>
          </a:ln>
        </p:spPr>
      </p:cxnSp>
      <p:sp>
        <p:nvSpPr>
          <p:cNvPr id="8" name="">
            <a:extLst xmlns:a="http://schemas.openxmlformats.org/drawingml/2006/main">
              <a:ext uri="{FF2B5EF4-FFF2-40B4-BE49-F238E27FC236}">
                <a16:creationId xmlns:a16="http://schemas.microsoft.com/office/drawing/2014/main" id="{21B96F02-8FF0-40AD-AC5C-ED5E2440BD68}"/>
              </a:ext>
            </a:extLst>
          </p:cNvPr>
          <p:cNvSpPr>
            <a:spLocks xmlns:a="http://schemas.openxmlformats.org/drawingml/2006/main" noGrp="1"/>
          </p:cNvSpPr>
          <p:nvPr/>
        </p:nvSpPr>
        <p:spPr>
          <a:xfrm xmlns:a="http://schemas.openxmlformats.org/drawingml/2006/main">
            <a:off x="8905875" y="2095500"/>
            <a:ext cx="2476500" cy="990600"/>
          </a:xfrm>
          <a:prstGeom xmlns:a="http://schemas.openxmlformats.org/drawingml/2006/main" prst="roundRect">
            <a:avLst>
              <a:gd name="adj" fmla="val 11538"/>
            </a:avLst>
          </a:prstGeom>
          <a:solidFill xmlns:a="http://schemas.openxmlformats.org/drawingml/2006/main">
            <a:srgbClr val="EEF8FD"/>
          </a:solidFill>
          <a:ln xmlns:a="http://schemas.openxmlformats.org/drawingml/2006/main" w="9525">
            <a:solidFill>
              <a:srgbClr val="A6D8F2"/>
            </a:solid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022F51"/>
                </a:solidFill>
                <a:latin typeface="Arial"/>
                <a:ea typeface="Arial"/>
                <a:cs typeface="Arial"/>
              </a:defRPr>
            </a:pPr>
            <a:r>
              <a:rPr sz="1500" b="1">
                <a:solidFill>
                  <a:srgbClr val="022F51"/>
                </a:solidFill>
                <a:latin typeface="Arial"/>
                <a:ea typeface="Arial"/>
                <a:cs typeface="Arial"/>
              </a:rPr>
              <a:t>3  Ressurs</a:t>
            </a:r>
          </a:p>
          <a:p xmlns:a="http://schemas.openxmlformats.org/drawingml/2006/main">
            <a:pPr algn="ctr">
              <a:buNone/>
              <a:defRPr sz="1500" b="1">
                <a:solidFill>
                  <a:srgbClr val="022F51"/>
                </a:solidFill>
                <a:latin typeface="Arial"/>
                <a:ea typeface="Arial"/>
                <a:cs typeface="Arial"/>
              </a:defRPr>
            </a:pPr>
            <a:r>
              <a:rPr sz="1500" b="1">
                <a:solidFill>
                  <a:srgbClr val="022F51"/>
                </a:solidFill>
                <a:latin typeface="Arial"/>
                <a:ea typeface="Arial"/>
                <a:cs typeface="Arial"/>
              </a:rPr>
              <a:t>tjeneste, API eller data</a:t>
            </a:r>
          </a:p>
        </p:txBody>
      </p:sp>
      <p:cxnSp>
        <p:nvCxnSpPr>
          <p:cNvPr id="258" name=""/>
          <p:cNvCxnSpPr>
            <a:stCxn xmlns:a="http://schemas.openxmlformats.org/drawingml/2006/main" id="8" idx="1"/>
            <a:endCxn xmlns:a="http://schemas.openxmlformats.org/drawingml/2006/main" id="3" idx="3"/>
          </p:cNvCxnSpPr>
          <p:nvPr/>
        </p:nvCxnSpPr>
        <p:spPr>
          <a:xfrm xmlns:a="http://schemas.openxmlformats.org/drawingml/2006/main" flipH="1">
            <a:off x="7572375" y="2590800"/>
            <a:ext cx="1333500" cy="828675"/>
          </a:xfrm>
          <a:prstGeom xmlns:a="http://schemas.openxmlformats.org/drawingml/2006/main" prst="straightConnector1">
            <a:avLst/>
          </a:prstGeom>
          <a:ln xmlns:a="http://schemas.openxmlformats.org/drawingml/2006/main" w="19050">
            <a:solidFill>
              <a:srgbClr val="B8C4CC"/>
            </a:solidFill>
            <a:prstDash val="solid"/>
            <a:headEnd type="none" w="med" len="med"/>
          </a:ln>
        </p:spPr>
      </p:cxnSp>
      <p:sp>
        <p:nvSpPr>
          <p:cNvPr id="10" name="">
            <a:extLst xmlns:a="http://schemas.openxmlformats.org/drawingml/2006/main">
              <a:ext uri="{FF2B5EF4-FFF2-40B4-BE49-F238E27FC236}">
                <a16:creationId xmlns:a16="http://schemas.microsoft.com/office/drawing/2014/main" id="{5334DA01-F6A5-49F0-B250-CE1FAD4FF0F2}"/>
              </a:ext>
            </a:extLst>
          </p:cNvPr>
          <p:cNvSpPr>
            <a:spLocks xmlns:a="http://schemas.openxmlformats.org/drawingml/2006/main" noGrp="1"/>
          </p:cNvSpPr>
          <p:nvPr/>
        </p:nvSpPr>
        <p:spPr>
          <a:xfrm xmlns:a="http://schemas.openxmlformats.org/drawingml/2006/main">
            <a:off x="8905875" y="4286250"/>
            <a:ext cx="2476500" cy="990600"/>
          </a:xfrm>
          <a:prstGeom xmlns:a="http://schemas.openxmlformats.org/drawingml/2006/main" prst="roundRect">
            <a:avLst>
              <a:gd name="adj" fmla="val 11538"/>
            </a:avLst>
          </a:prstGeom>
          <a:solidFill xmlns:a="http://schemas.openxmlformats.org/drawingml/2006/main">
            <a:srgbClr val="EEF8FD"/>
          </a:solidFill>
          <a:ln xmlns:a="http://schemas.openxmlformats.org/drawingml/2006/main" w="9525">
            <a:solidFill>
              <a:srgbClr val="A6D8F2"/>
            </a:solid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022F51"/>
                </a:solidFill>
                <a:latin typeface="Arial"/>
                <a:ea typeface="Arial"/>
                <a:cs typeface="Arial"/>
              </a:defRPr>
            </a:pPr>
            <a:r>
              <a:rPr sz="1500" b="1">
                <a:solidFill>
                  <a:srgbClr val="022F51"/>
                </a:solidFill>
                <a:latin typeface="Arial"/>
                <a:ea typeface="Arial"/>
                <a:cs typeface="Arial"/>
              </a:rPr>
              <a:t>4  På vegne av</a:t>
            </a:r>
          </a:p>
          <a:p xmlns:a="http://schemas.openxmlformats.org/drawingml/2006/main">
            <a:pPr algn="ctr">
              <a:buNone/>
              <a:defRPr sz="1500" b="1">
                <a:solidFill>
                  <a:srgbClr val="022F51"/>
                </a:solidFill>
                <a:latin typeface="Arial"/>
                <a:ea typeface="Arial"/>
                <a:cs typeface="Arial"/>
              </a:defRPr>
            </a:pPr>
            <a:r>
              <a:rPr sz="1500" b="1">
                <a:solidFill>
                  <a:srgbClr val="022F51"/>
                </a:solidFill>
                <a:latin typeface="Arial"/>
                <a:ea typeface="Arial"/>
                <a:cs typeface="Arial"/>
              </a:rPr>
              <a:t>person eller virksomhet</a:t>
            </a:r>
          </a:p>
        </p:txBody>
      </p:sp>
      <p:cxnSp>
        <p:nvCxnSpPr>
          <p:cNvPr id="260" name=""/>
          <p:cNvCxnSpPr>
            <a:stCxn xmlns:a="http://schemas.openxmlformats.org/drawingml/2006/main" id="10" idx="1"/>
            <a:endCxn xmlns:a="http://schemas.openxmlformats.org/drawingml/2006/main" id="3" idx="3"/>
          </p:cNvCxnSpPr>
          <p:nvPr/>
        </p:nvCxnSpPr>
        <p:spPr>
          <a:xfrm xmlns:a="http://schemas.openxmlformats.org/drawingml/2006/main" flipH="1" flipV="1">
            <a:off x="7572375" y="3419475"/>
            <a:ext cx="1333500" cy="1362075"/>
          </a:xfrm>
          <a:prstGeom xmlns:a="http://schemas.openxmlformats.org/drawingml/2006/main" prst="straightConnector1">
            <a:avLst/>
          </a:prstGeom>
          <a:ln xmlns:a="http://schemas.openxmlformats.org/drawingml/2006/main" w="19050">
            <a:solidFill>
              <a:srgbClr val="B8C4CC"/>
            </a:solidFill>
            <a:prstDash val="solid"/>
            <a:headEnd type="none" w="med" len="med"/>
          </a:ln>
        </p:spPr>
      </p:cxnSp>
      <p:sp>
        <p:nvSpPr>
          <p:cNvPr id="12" name="">
            <a:extLst xmlns:a="http://schemas.openxmlformats.org/drawingml/2006/main">
              <a:ext uri="{FF2B5EF4-FFF2-40B4-BE49-F238E27FC236}">
                <a16:creationId xmlns:a16="http://schemas.microsoft.com/office/drawing/2014/main" id="{C2941B28-9FFA-42C6-B44F-44492CEF68BA}"/>
              </a:ext>
            </a:extLst>
          </p:cNvPr>
          <p:cNvSpPr>
            <a:spLocks xmlns:a="http://schemas.openxmlformats.org/drawingml/2006/main" noGrp="1"/>
          </p:cNvSpPr>
          <p:nvPr/>
        </p:nvSpPr>
        <p:spPr>
          <a:xfrm xmlns:a="http://schemas.openxmlformats.org/drawingml/2006/main">
            <a:off x="4619625" y="4953000"/>
            <a:ext cx="2476500" cy="990600"/>
          </a:xfrm>
          <a:prstGeom xmlns:a="http://schemas.openxmlformats.org/drawingml/2006/main" prst="roundRect">
            <a:avLst>
              <a:gd name="adj" fmla="val 11538"/>
            </a:avLst>
          </a:prstGeom>
          <a:solidFill xmlns:a="http://schemas.openxmlformats.org/drawingml/2006/main">
            <a:srgbClr val="EEF8FD"/>
          </a:solidFill>
          <a:ln xmlns:a="http://schemas.openxmlformats.org/drawingml/2006/main" w="9525">
            <a:solidFill>
              <a:srgbClr val="A6D8F2"/>
            </a:solid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022F51"/>
                </a:solidFill>
                <a:latin typeface="Arial"/>
                <a:ea typeface="Arial"/>
                <a:cs typeface="Arial"/>
              </a:defRPr>
            </a:pPr>
            <a:r>
              <a:rPr sz="1500" b="1">
                <a:solidFill>
                  <a:srgbClr val="022F51"/>
                </a:solidFill>
                <a:latin typeface="Arial"/>
                <a:ea typeface="Arial"/>
                <a:cs typeface="Arial"/>
              </a:rPr>
              <a:t>5  Kontekst og regler</a:t>
            </a:r>
          </a:p>
          <a:p xmlns:a="http://schemas.openxmlformats.org/drawingml/2006/main">
            <a:pPr algn="ctr">
              <a:buNone/>
              <a:defRPr sz="1500" b="1">
                <a:solidFill>
                  <a:srgbClr val="022F51"/>
                </a:solidFill>
                <a:latin typeface="Arial"/>
                <a:ea typeface="Arial"/>
                <a:cs typeface="Arial"/>
              </a:defRPr>
            </a:pPr>
            <a:r>
              <a:rPr sz="1500" b="1">
                <a:solidFill>
                  <a:srgbClr val="022F51"/>
                </a:solidFill>
                <a:latin typeface="Arial"/>
                <a:ea typeface="Arial"/>
                <a:cs typeface="Arial"/>
              </a:rPr>
              <a:t>relasjon, tilstand og policy</a:t>
            </a:r>
          </a:p>
        </p:txBody>
      </p:sp>
      <p:cxnSp>
        <p:nvCxnSpPr>
          <p:cNvPr id="262" name=""/>
          <p:cNvCxnSpPr>
            <a:stCxn xmlns:a="http://schemas.openxmlformats.org/drawingml/2006/main" id="12" idx="0"/>
            <a:endCxn xmlns:a="http://schemas.openxmlformats.org/drawingml/2006/main" id="3" idx="2"/>
          </p:cNvCxnSpPr>
          <p:nvPr/>
        </p:nvCxnSpPr>
        <p:spPr>
          <a:xfrm xmlns:a="http://schemas.openxmlformats.org/drawingml/2006/main" flipV="1">
            <a:off x="5857875" y="4133850"/>
            <a:ext cx="238125" cy="819150"/>
          </a:xfrm>
          <a:prstGeom xmlns:a="http://schemas.openxmlformats.org/drawingml/2006/main" prst="straightConnector1">
            <a:avLst/>
          </a:prstGeom>
          <a:ln xmlns:a="http://schemas.openxmlformats.org/drawingml/2006/main" w="19050">
            <a:solidFill>
              <a:srgbClr val="B8C4CC"/>
            </a:solidFill>
            <a:prstDash val="solid"/>
            <a:headEnd type="none" w="med" len="med"/>
          </a:ln>
        </p:spPr>
      </p:cxnSp>
      <p:sp>
        <p:nvSpPr>
          <p:cNvPr id="14" name="">
            <a:extLst xmlns:a="http://schemas.openxmlformats.org/drawingml/2006/main">
              <a:ext uri="{FF2B5EF4-FFF2-40B4-BE49-F238E27FC236}">
                <a16:creationId xmlns:a16="http://schemas.microsoft.com/office/drawing/2014/main" id="{60F043B7-741B-44BA-8BB9-BD70655A7786}"/>
              </a:ext>
            </a:extLst>
          </p:cNvPr>
          <p:cNvSpPr>
            <a:spLocks xmlns:a="http://schemas.openxmlformats.org/drawingml/2006/main" noGrp="1"/>
          </p:cNvSpPr>
          <p:nvPr/>
        </p:nvSpPr>
        <p:spPr>
          <a:xfrm xmlns:a="http://schemas.openxmlformats.org/drawingml/2006/main">
            <a:off x="457200" y="6429375"/>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l">
              <a:buNone/>
              <a:defRPr sz="900" b="0">
                <a:solidFill>
                  <a:srgbClr val="52616B"/>
                </a:solidFill>
                <a:latin typeface="Arial"/>
                <a:ea typeface="Arial"/>
                <a:cs typeface="Arial"/>
              </a:defRPr>
            </a:pPr>
            <a:r>
              <a:rPr sz="900" b="0">
                <a:solidFill>
                  <a:srgbClr val="52616B"/>
                </a:solidFill>
                <a:latin typeface="Arial"/>
                <a:ea typeface="Arial"/>
                <a:cs typeface="Arial"/>
              </a:rPr>
              <a:t>Altinn Autorisasjon</a:t>
            </a:r>
          </a:p>
        </p:txBody>
      </p:sp>
      <p:sp>
        <p:nvSpPr>
          <p:cNvPr id="15" name="">
            <a:extLst xmlns:a="http://schemas.openxmlformats.org/drawingml/2006/main">
              <a:ext uri="{FF2B5EF4-FFF2-40B4-BE49-F238E27FC236}">
                <a16:creationId xmlns:a16="http://schemas.microsoft.com/office/drawing/2014/main" id="{E119003A-C2FD-44C5-8E48-34EC750186B0}"/>
              </a:ext>
            </a:extLst>
          </p:cNvPr>
          <p:cNvSpPr>
            <a:spLocks xmlns:a="http://schemas.openxmlformats.org/drawingml/2006/main" noGrp="1"/>
          </p:cNvSpPr>
          <p:nvPr/>
        </p:nvSpPr>
        <p:spPr>
          <a:xfrm xmlns:a="http://schemas.openxmlformats.org/drawingml/2006/main">
            <a:off x="11191875" y="6400800"/>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r">
              <a:buNone/>
              <a:defRPr sz="900" b="0">
                <a:solidFill>
                  <a:srgbClr val="52616B"/>
                </a:solidFill>
                <a:latin typeface="Arial"/>
                <a:ea typeface="Arial"/>
                <a:cs typeface="Arial"/>
              </a:defRPr>
            </a:pPr>
            <a:r>
              <a:rPr sz="900" b="0">
                <a:solidFill>
                  <a:srgbClr val="52616B"/>
                </a:solidFill>
                <a:latin typeface="Arial"/>
                <a:ea typeface="Arial"/>
                <a:cs typeface="Arial"/>
              </a:rPr>
              <a:t>08</a:t>
            </a:r>
          </a:p>
        </p:txBody>
      </p:sp>
    </p:spTree>
    <p:extLst>
      <p:ext uri="{BB962C8B-B14F-4D97-AF65-F5344CB8AC3E}">
        <p14:creationId xmlns:p14="http://schemas.microsoft.com/office/powerpoint/2010/main" val="30551435"/>
      </p:ext>
    </p:extLst>
  </p:cSld>
</p:sld>
</file>

<file path=ppt/slides/slide9.xml><?xml version="1.0" encoding="utf-8"?>
<p:sld xmlns:p="http://schemas.openxmlformats.org/presentationml/2006/main">
  <p:cSld>
    <p:bg>
      <p:bgPr>
        <a:solidFill xmlns:a="http://schemas.openxmlformats.org/drawingml/2006/main">
          <a:srgbClr val="022F51"/>
        </a:solidFill>
      </p:bgPr>
    </p:bg>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abc6d54c480a4741"/>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8A0C9AC-4EC0-405D-A225-A30BA8B14484}"/>
              </a:ext>
            </a:extLst>
          </p:cNvPr>
          <p:cNvSpPr>
            <a:spLocks xmlns:a="http://schemas.openxmlformats.org/drawingml/2006/main" noGrp="1"/>
          </p:cNvSpPr>
          <p:nvPr/>
        </p:nvSpPr>
        <p:spPr>
          <a:xfrm xmlns:a="http://schemas.openxmlformats.org/drawingml/2006/main">
            <a:off x="0" y="0"/>
            <a:ext cx="12192000" cy="1009650"/>
          </a:xfrm>
          <a:prstGeom xmlns:a="http://schemas.openxmlformats.org/drawingml/2006/main" prst="rect">
            <a:avLst/>
          </a:prstGeom>
          <a:solidFill xmlns:a="http://schemas.openxmlformats.org/drawingml/2006/main">
            <a:srgbClr val="022F51"/>
          </a:solidFill>
          <a:ln xmlns:a="http://schemas.openxmlformats.org/drawingml/2006/main" w="0">
            <a:solidFill>
              <a:srgbClr val="022F51"/>
            </a:solidFill>
            <a:prstDash val="solid"/>
          </a:ln>
        </p:spPr>
      </p:sp>
      <p:sp>
        <p:nvSpPr>
          <p:cNvPr id="3" name="">
            <a:extLst xmlns:a="http://schemas.openxmlformats.org/drawingml/2006/main">
              <a:ext uri="{FF2B5EF4-FFF2-40B4-BE49-F238E27FC236}">
                <a16:creationId xmlns:a16="http://schemas.microsoft.com/office/drawing/2014/main" id="{18802692-8B2E-4A1D-88A6-6AAF5D3548D3}"/>
              </a:ext>
            </a:extLst>
          </p:cNvPr>
          <p:cNvSpPr>
            <a:spLocks xmlns:a="http://schemas.openxmlformats.org/drawingml/2006/main" noGrp="1"/>
          </p:cNvSpPr>
          <p:nvPr/>
        </p:nvSpPr>
        <p:spPr>
          <a:xfrm xmlns:a="http://schemas.openxmlformats.org/drawingml/2006/main">
            <a:off x="0" y="0"/>
            <a:ext cx="114300" cy="1009650"/>
          </a:xfrm>
          <a:prstGeom xmlns:a="http://schemas.openxmlformats.org/drawingml/2006/main" prst="rect">
            <a:avLst/>
          </a:prstGeom>
          <a:solidFill xmlns:a="http://schemas.openxmlformats.org/drawingml/2006/main">
            <a:srgbClr val="0062BA"/>
          </a:solidFill>
          <a:ln xmlns:a="http://schemas.openxmlformats.org/drawingml/2006/main" w="0">
            <a:solidFill>
              <a:srgbClr val="0062BA"/>
            </a:solidFill>
            <a:prstDash val="solid"/>
          </a:ln>
        </p:spPr>
      </p:sp>
      <p:sp>
        <p:nvSpPr>
          <p:cNvPr id="4" name="">
            <a:extLst xmlns:a="http://schemas.openxmlformats.org/drawingml/2006/main">
              <a:ext uri="{FF2B5EF4-FFF2-40B4-BE49-F238E27FC236}">
                <a16:creationId xmlns:a16="http://schemas.microsoft.com/office/drawing/2014/main" id="{8277252E-443D-4324-82E9-3BA33AC0D78D}"/>
              </a:ext>
            </a:extLst>
          </p:cNvPr>
          <p:cNvSpPr>
            <a:spLocks xmlns:a="http://schemas.openxmlformats.org/drawingml/2006/main" noGrp="1"/>
          </p:cNvSpPr>
          <p:nvPr/>
        </p:nvSpPr>
        <p:spPr>
          <a:xfrm xmlns:a="http://schemas.openxmlformats.org/drawingml/2006/main">
            <a:off x="438150" y="95250"/>
            <a:ext cx="514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DDF3FF"/>
                </a:solidFill>
                <a:latin typeface="Arial"/>
                <a:ea typeface="Arial"/>
                <a:cs typeface="Arial"/>
              </a:defRPr>
            </a:pPr>
            <a:r>
              <a:rPr sz="975" b="1">
                <a:solidFill>
                  <a:srgbClr val="DDF3FF"/>
                </a:solidFill>
                <a:latin typeface="Arial"/>
                <a:ea typeface="Arial"/>
                <a:cs typeface="Arial"/>
              </a:rPr>
              <a:t>KJERNEN I TILBUDET</a:t>
            </a:r>
          </a:p>
        </p:txBody>
      </p:sp>
      <p:sp>
        <p:nvSpPr>
          <p:cNvPr id="5" name="">
            <a:extLst xmlns:a="http://schemas.openxmlformats.org/drawingml/2006/main">
              <a:ext uri="{FF2B5EF4-FFF2-40B4-BE49-F238E27FC236}">
                <a16:creationId xmlns:a16="http://schemas.microsoft.com/office/drawing/2014/main" id="{1155274A-4349-43F3-8C1E-548C8DD74A16}"/>
              </a:ext>
            </a:extLst>
          </p:cNvPr>
          <p:cNvSpPr>
            <a:spLocks xmlns:a="http://schemas.openxmlformats.org/drawingml/2006/main" noGrp="1"/>
          </p:cNvSpPr>
          <p:nvPr/>
        </p:nvSpPr>
        <p:spPr>
          <a:xfrm xmlns:a="http://schemas.openxmlformats.org/drawingml/2006/main">
            <a:off x="438150" y="323850"/>
            <a:ext cx="110680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625" b="1">
                <a:solidFill>
                  <a:srgbClr val="FFFFFF"/>
                </a:solidFill>
                <a:latin typeface="Arial"/>
                <a:ea typeface="Arial"/>
                <a:cs typeface="Arial"/>
              </a:defRPr>
            </a:pPr>
            <a:r>
              <a:rPr sz="2625" b="1">
                <a:solidFill>
                  <a:srgbClr val="FFFFFF"/>
                </a:solidFill>
                <a:latin typeface="Arial"/>
                <a:ea typeface="Arial"/>
                <a:cs typeface="Arial"/>
              </a:rPr>
              <a:t>Tilbudet vårt binder hele kjeden sammen</a:t>
            </a:r>
          </a:p>
        </p:txBody>
      </p:sp>
      <p:sp>
        <p:nvSpPr>
          <p:cNvPr id="6" name="">
            <a:extLst xmlns:a="http://schemas.openxmlformats.org/drawingml/2006/main">
              <a:ext uri="{FF2B5EF4-FFF2-40B4-BE49-F238E27FC236}">
                <a16:creationId xmlns:a16="http://schemas.microsoft.com/office/drawing/2014/main" id="{A41C1463-FFEC-4A4F-8167-85F2971411EB}"/>
              </a:ext>
            </a:extLst>
          </p:cNvPr>
          <p:cNvSpPr>
            <a:spLocks xmlns:a="http://schemas.openxmlformats.org/drawingml/2006/main" noGrp="1"/>
          </p:cNvSpPr>
          <p:nvPr/>
        </p:nvSpPr>
        <p:spPr>
          <a:xfrm xmlns:a="http://schemas.openxmlformats.org/drawingml/2006/main">
            <a:off x="666750" y="1314450"/>
            <a:ext cx="2266950" cy="381000"/>
          </a:xfrm>
          <a:prstGeom xmlns:a="http://schemas.openxmlformats.org/drawingml/2006/main" prst="roundRect">
            <a:avLst>
              <a:gd name="adj" fmla="val 50000"/>
            </a:avLst>
          </a:prstGeom>
          <a:solidFill xmlns:a="http://schemas.openxmlformats.org/drawingml/2006/main">
            <a:srgbClr val="022F51"/>
          </a:solidFill>
          <a:ln xmlns:a="http://schemas.openxmlformats.org/drawingml/2006/main" w="9525">
            <a:solidFill>
              <a:srgbClr val="DDF3FF"/>
            </a:solid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PAP · definere policy</a:t>
            </a:r>
          </a:p>
        </p:txBody>
      </p:sp>
      <p:sp>
        <p:nvSpPr>
          <p:cNvPr id="7" name="">
            <a:extLst xmlns:a="http://schemas.openxmlformats.org/drawingml/2006/main">
              <a:ext uri="{FF2B5EF4-FFF2-40B4-BE49-F238E27FC236}">
                <a16:creationId xmlns:a16="http://schemas.microsoft.com/office/drawing/2014/main" id="{DF21E634-9011-4D19-A024-0841ECEEB957}"/>
              </a:ext>
            </a:extLst>
          </p:cNvPr>
          <p:cNvSpPr>
            <a:spLocks xmlns:a="http://schemas.openxmlformats.org/drawingml/2006/main" noGrp="1"/>
          </p:cNvSpPr>
          <p:nvPr/>
        </p:nvSpPr>
        <p:spPr>
          <a:xfrm xmlns:a="http://schemas.openxmlformats.org/drawingml/2006/main">
            <a:off x="4895850" y="4171950"/>
            <a:ext cx="2238375" cy="381000"/>
          </a:xfrm>
          <a:prstGeom xmlns:a="http://schemas.openxmlformats.org/drawingml/2006/main" prst="roundRect">
            <a:avLst>
              <a:gd name="adj" fmla="val 50000"/>
            </a:avLst>
          </a:prstGeom>
          <a:solidFill xmlns:a="http://schemas.openxmlformats.org/drawingml/2006/main">
            <a:srgbClr val="022F51"/>
          </a:solidFill>
          <a:ln xmlns:a="http://schemas.openxmlformats.org/drawingml/2006/main" w="9525">
            <a:solidFill>
              <a:srgbClr val="DDF3FF"/>
            </a:solid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PDP · ta beslutning</a:t>
            </a:r>
          </a:p>
        </p:txBody>
      </p:sp>
      <p:sp>
        <p:nvSpPr>
          <p:cNvPr id="8" name="">
            <a:extLst xmlns:a="http://schemas.openxmlformats.org/drawingml/2006/main">
              <a:ext uri="{FF2B5EF4-FFF2-40B4-BE49-F238E27FC236}">
                <a16:creationId xmlns:a16="http://schemas.microsoft.com/office/drawing/2014/main" id="{5D649D9C-02B6-48E5-8A87-ADA21B722D34}"/>
              </a:ext>
            </a:extLst>
          </p:cNvPr>
          <p:cNvSpPr>
            <a:spLocks xmlns:a="http://schemas.openxmlformats.org/drawingml/2006/main" noGrp="1"/>
          </p:cNvSpPr>
          <p:nvPr/>
        </p:nvSpPr>
        <p:spPr>
          <a:xfrm xmlns:a="http://schemas.openxmlformats.org/drawingml/2006/main">
            <a:off x="8315325" y="4171950"/>
            <a:ext cx="1952625" cy="381000"/>
          </a:xfrm>
          <a:prstGeom xmlns:a="http://schemas.openxmlformats.org/drawingml/2006/main" prst="roundRect">
            <a:avLst>
              <a:gd name="adj" fmla="val 50000"/>
            </a:avLst>
          </a:prstGeom>
          <a:solidFill xmlns:a="http://schemas.openxmlformats.org/drawingml/2006/main">
            <a:srgbClr val="022F51"/>
          </a:solidFill>
          <a:ln xmlns:a="http://schemas.openxmlformats.org/drawingml/2006/main" w="9525">
            <a:solidFill>
              <a:srgbClr val="DDF3FF"/>
            </a:solid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PEP · håndheve</a:t>
            </a:r>
          </a:p>
        </p:txBody>
      </p:sp>
      <p:sp>
        <p:nvSpPr>
          <p:cNvPr id="9" name="">
            <a:extLst xmlns:a="http://schemas.openxmlformats.org/drawingml/2006/main">
              <a:ext uri="{FF2B5EF4-FFF2-40B4-BE49-F238E27FC236}">
                <a16:creationId xmlns:a16="http://schemas.microsoft.com/office/drawing/2014/main" id="{DD98D09B-1C3D-4C0C-B736-96FEE3A6A3C3}"/>
              </a:ext>
            </a:extLst>
          </p:cNvPr>
          <p:cNvSpPr>
            <a:spLocks xmlns:a="http://schemas.openxmlformats.org/drawingml/2006/main" noGrp="1"/>
          </p:cNvSpPr>
          <p:nvPr/>
        </p:nvSpPr>
        <p:spPr>
          <a:xfrm xmlns:a="http://schemas.openxmlformats.org/drawingml/2006/main">
            <a:off x="457200" y="6477000"/>
            <a:ext cx="219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l">
              <a:buNone/>
              <a:defRPr sz="825" b="0">
                <a:solidFill>
                  <a:srgbClr val="FFFFFF"/>
                </a:solidFill>
                <a:latin typeface="Arial"/>
                <a:ea typeface="Arial"/>
                <a:cs typeface="Arial"/>
              </a:defRPr>
            </a:pPr>
            <a:r>
              <a:rPr sz="825" b="0">
                <a:solidFill>
                  <a:srgbClr val="FFFFFF"/>
                </a:solidFill>
                <a:latin typeface="Arial"/>
                <a:ea typeface="Arial"/>
                <a:cs typeface="Arial"/>
              </a:rPr>
              <a:t>Altinn Autorisasjon</a:t>
            </a:r>
          </a:p>
        </p:txBody>
      </p:sp>
      <p:sp>
        <p:nvSpPr>
          <p:cNvPr id="10" name="">
            <a:extLst xmlns:a="http://schemas.openxmlformats.org/drawingml/2006/main">
              <a:ext uri="{FF2B5EF4-FFF2-40B4-BE49-F238E27FC236}">
                <a16:creationId xmlns:a16="http://schemas.microsoft.com/office/drawing/2014/main" id="{F70898F2-3D5D-44B1-A794-8DCBAB10FA9E}"/>
              </a:ext>
            </a:extLst>
          </p:cNvPr>
          <p:cNvSpPr>
            <a:spLocks xmlns:a="http://schemas.openxmlformats.org/drawingml/2006/main" noGrp="1"/>
          </p:cNvSpPr>
          <p:nvPr/>
        </p:nvSpPr>
        <p:spPr>
          <a:xfrm xmlns:a="http://schemas.openxmlformats.org/drawingml/2006/main">
            <a:off x="11239500" y="6457950"/>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r">
              <a:buNone/>
              <a:defRPr sz="825" b="0">
                <a:solidFill>
                  <a:srgbClr val="FFFFFF"/>
                </a:solidFill>
                <a:latin typeface="Arial"/>
                <a:ea typeface="Arial"/>
                <a:cs typeface="Arial"/>
              </a:defRPr>
            </a:pPr>
            <a:r>
              <a:rPr sz="825" b="0">
                <a:solidFill>
                  <a:srgbClr val="FFFFFF"/>
                </a:solidFill>
                <a:latin typeface="Arial"/>
                <a:ea typeface="Arial"/>
                <a:cs typeface="Arial"/>
              </a:rPr>
              <a:t>09</a:t>
            </a:r>
          </a:p>
        </p:txBody>
      </p:sp>
    </p:spTree>
    <p:extLst>
      <p:ext uri="{BB962C8B-B14F-4D97-AF65-F5344CB8AC3E}">
        <p14:creationId xmlns:p14="http://schemas.microsoft.com/office/powerpoint/2010/main" val="30551435"/>
      </p:ext>
    </p:extLst>
  </p:cSld>
</p:sld>
</file>

<file path=ppt/slides/slide10.xml><?xml version="1.0" encoding="utf-8"?>
<p:sld xmlns:p="http://schemas.openxmlformats.org/presentationml/2006/main">
  <p:cSld>
    <p:bg>
      <p:bgPr>
        <a:solidFill xmlns:a="http://schemas.openxmlformats.org/drawingml/2006/main">
          <a:srgbClr val="022F51"/>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c4dd644ea3594195"/>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B251078-6DF1-48B9-A9EF-0C21573B294D}"/>
              </a:ext>
            </a:extLst>
          </p:cNvPr>
          <p:cNvSpPr>
            <a:spLocks xmlns:a="http://schemas.openxmlformats.org/drawingml/2006/main" noGrp="1"/>
          </p:cNvSpPr>
          <p:nvPr/>
        </p:nvSpPr>
        <p:spPr>
          <a:xfrm xmlns:a="http://schemas.openxmlformats.org/drawingml/2006/main">
            <a:off x="0" y="0"/>
            <a:ext cx="12192000" cy="1009650"/>
          </a:xfrm>
          <a:prstGeom xmlns:a="http://schemas.openxmlformats.org/drawingml/2006/main" prst="rect">
            <a:avLst/>
          </a:prstGeom>
          <a:solidFill xmlns:a="http://schemas.openxmlformats.org/drawingml/2006/main">
            <a:srgbClr val="022F51"/>
          </a:solidFill>
          <a:ln xmlns:a="http://schemas.openxmlformats.org/drawingml/2006/main" w="0">
            <a:solidFill>
              <a:srgbClr val="022F51"/>
            </a:solidFill>
            <a:prstDash val="solid"/>
          </a:ln>
        </p:spPr>
      </p:sp>
      <p:sp>
        <p:nvSpPr>
          <p:cNvPr id="3" name="">
            <a:extLst xmlns:a="http://schemas.openxmlformats.org/drawingml/2006/main">
              <a:ext uri="{FF2B5EF4-FFF2-40B4-BE49-F238E27FC236}">
                <a16:creationId xmlns:a16="http://schemas.microsoft.com/office/drawing/2014/main" id="{3387FCC2-5316-4881-A8AC-DD37223FBA5E}"/>
              </a:ext>
            </a:extLst>
          </p:cNvPr>
          <p:cNvSpPr>
            <a:spLocks xmlns:a="http://schemas.openxmlformats.org/drawingml/2006/main" noGrp="1"/>
          </p:cNvSpPr>
          <p:nvPr/>
        </p:nvSpPr>
        <p:spPr>
          <a:xfrm xmlns:a="http://schemas.openxmlformats.org/drawingml/2006/main">
            <a:off x="0" y="0"/>
            <a:ext cx="114300" cy="1009650"/>
          </a:xfrm>
          <a:prstGeom xmlns:a="http://schemas.openxmlformats.org/drawingml/2006/main" prst="rect">
            <a:avLst/>
          </a:prstGeom>
          <a:solidFill xmlns:a="http://schemas.openxmlformats.org/drawingml/2006/main">
            <a:srgbClr val="0062BA"/>
          </a:solidFill>
          <a:ln xmlns:a="http://schemas.openxmlformats.org/drawingml/2006/main" w="0">
            <a:solidFill>
              <a:srgbClr val="0062BA"/>
            </a:solidFill>
            <a:prstDash val="solid"/>
          </a:ln>
        </p:spPr>
      </p:sp>
      <p:sp>
        <p:nvSpPr>
          <p:cNvPr id="4" name="">
            <a:extLst xmlns:a="http://schemas.openxmlformats.org/drawingml/2006/main">
              <a:ext uri="{FF2B5EF4-FFF2-40B4-BE49-F238E27FC236}">
                <a16:creationId xmlns:a16="http://schemas.microsoft.com/office/drawing/2014/main" id="{68C1E34C-0175-4F17-8B34-6835BF4CC1AD}"/>
              </a:ext>
            </a:extLst>
          </p:cNvPr>
          <p:cNvSpPr>
            <a:spLocks xmlns:a="http://schemas.openxmlformats.org/drawingml/2006/main" noGrp="1"/>
          </p:cNvSpPr>
          <p:nvPr/>
        </p:nvSpPr>
        <p:spPr>
          <a:xfrm xmlns:a="http://schemas.openxmlformats.org/drawingml/2006/main">
            <a:off x="438150" y="95250"/>
            <a:ext cx="514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DDF3FF"/>
                </a:solidFill>
                <a:latin typeface="Arial"/>
                <a:ea typeface="Arial"/>
                <a:cs typeface="Arial"/>
              </a:defRPr>
            </a:pPr>
            <a:r>
              <a:rPr sz="975" b="1">
                <a:solidFill>
                  <a:srgbClr val="DDF3FF"/>
                </a:solidFill>
                <a:latin typeface="Arial"/>
                <a:ea typeface="Arial"/>
                <a:cs typeface="Arial"/>
              </a:rPr>
              <a:t>RESSURSREGISTERET</a:t>
            </a:r>
          </a:p>
        </p:txBody>
      </p:sp>
      <p:sp>
        <p:nvSpPr>
          <p:cNvPr id="5" name="">
            <a:extLst xmlns:a="http://schemas.openxmlformats.org/drawingml/2006/main">
              <a:ext uri="{FF2B5EF4-FFF2-40B4-BE49-F238E27FC236}">
                <a16:creationId xmlns:a16="http://schemas.microsoft.com/office/drawing/2014/main" id="{29A96D1D-0AD9-4015-87C9-EE6BF093E213}"/>
              </a:ext>
            </a:extLst>
          </p:cNvPr>
          <p:cNvSpPr>
            <a:spLocks xmlns:a="http://schemas.openxmlformats.org/drawingml/2006/main" noGrp="1"/>
          </p:cNvSpPr>
          <p:nvPr/>
        </p:nvSpPr>
        <p:spPr>
          <a:xfrm xmlns:a="http://schemas.openxmlformats.org/drawingml/2006/main">
            <a:off x="438150" y="323850"/>
            <a:ext cx="110680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625" b="1">
                <a:solidFill>
                  <a:srgbClr val="FFFFFF"/>
                </a:solidFill>
                <a:latin typeface="Arial"/>
                <a:ea typeface="Arial"/>
                <a:cs typeface="Arial"/>
              </a:defRPr>
            </a:pPr>
            <a:r>
              <a:rPr sz="2625" b="1">
                <a:solidFill>
                  <a:srgbClr val="FFFFFF"/>
                </a:solidFill>
                <a:latin typeface="Arial"/>
                <a:ea typeface="Arial"/>
                <a:cs typeface="Arial"/>
              </a:rPr>
              <a:t>Ressursregisteret er kartet over det vi beskytter</a:t>
            </a:r>
          </a:p>
        </p:txBody>
      </p:sp>
      <p:sp>
        <p:nvSpPr>
          <p:cNvPr id="6" name="">
            <a:extLst xmlns:a="http://schemas.openxmlformats.org/drawingml/2006/main">
              <a:ext uri="{FF2B5EF4-FFF2-40B4-BE49-F238E27FC236}">
                <a16:creationId xmlns:a16="http://schemas.microsoft.com/office/drawing/2014/main" id="{C7CF05F1-863A-4832-9022-A15C0F28B04D}"/>
              </a:ext>
            </a:extLst>
          </p:cNvPr>
          <p:cNvSpPr>
            <a:spLocks xmlns:a="http://schemas.openxmlformats.org/drawingml/2006/main" noGrp="1"/>
          </p:cNvSpPr>
          <p:nvPr/>
        </p:nvSpPr>
        <p:spPr>
          <a:xfrm xmlns:a="http://schemas.openxmlformats.org/drawingml/2006/main">
            <a:off x="4810125" y="3181350"/>
            <a:ext cx="2324100" cy="381000"/>
          </a:xfrm>
          <a:prstGeom xmlns:a="http://schemas.openxmlformats.org/drawingml/2006/main" prst="roundRect">
            <a:avLst>
              <a:gd name="adj" fmla="val 50000"/>
            </a:avLst>
          </a:prstGeom>
          <a:solidFill xmlns:a="http://schemas.openxmlformats.org/drawingml/2006/main">
            <a:srgbClr val="022F51"/>
          </a:solidFill>
          <a:ln xmlns:a="http://schemas.openxmlformats.org/drawingml/2006/main" w="9525">
            <a:solidFill>
              <a:srgbClr val="DDF3FF"/>
            </a:solid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Ressursregister</a:t>
            </a:r>
          </a:p>
        </p:txBody>
      </p:sp>
      <p:sp>
        <p:nvSpPr>
          <p:cNvPr id="7" name="">
            <a:extLst xmlns:a="http://schemas.openxmlformats.org/drawingml/2006/main">
              <a:ext uri="{FF2B5EF4-FFF2-40B4-BE49-F238E27FC236}">
                <a16:creationId xmlns:a16="http://schemas.microsoft.com/office/drawing/2014/main" id="{57200ABF-31BC-45C5-B595-BF647FF7F273}"/>
              </a:ext>
            </a:extLst>
          </p:cNvPr>
          <p:cNvSpPr>
            <a:spLocks xmlns:a="http://schemas.openxmlformats.org/drawingml/2006/main" noGrp="1"/>
          </p:cNvSpPr>
          <p:nvPr/>
        </p:nvSpPr>
        <p:spPr>
          <a:xfrm xmlns:a="http://schemas.openxmlformats.org/drawingml/2006/main">
            <a:off x="9067800" y="5381625"/>
            <a:ext cx="2362200" cy="381000"/>
          </a:xfrm>
          <a:prstGeom xmlns:a="http://schemas.openxmlformats.org/drawingml/2006/main" prst="roundRect">
            <a:avLst>
              <a:gd name="adj" fmla="val 50000"/>
            </a:avLst>
          </a:prstGeom>
          <a:solidFill xmlns:a="http://schemas.openxmlformats.org/drawingml/2006/main">
            <a:srgbClr val="022F51"/>
          </a:solidFill>
          <a:ln xmlns:a="http://schemas.openxmlformats.org/drawingml/2006/main" w="9525">
            <a:solidFill>
              <a:srgbClr val="DDF3FF"/>
            </a:solid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Tjenester og API-er</a:t>
            </a:r>
          </a:p>
        </p:txBody>
      </p:sp>
      <p:sp>
        <p:nvSpPr>
          <p:cNvPr id="8" name="">
            <a:extLst xmlns:a="http://schemas.openxmlformats.org/drawingml/2006/main">
              <a:ext uri="{FF2B5EF4-FFF2-40B4-BE49-F238E27FC236}">
                <a16:creationId xmlns:a16="http://schemas.microsoft.com/office/drawing/2014/main" id="{11685D93-C1F0-4DFF-B55E-2CB1E51D7618}"/>
              </a:ext>
            </a:extLst>
          </p:cNvPr>
          <p:cNvSpPr>
            <a:spLocks xmlns:a="http://schemas.openxmlformats.org/drawingml/2006/main" noGrp="1"/>
          </p:cNvSpPr>
          <p:nvPr/>
        </p:nvSpPr>
        <p:spPr>
          <a:xfrm xmlns:a="http://schemas.openxmlformats.org/drawingml/2006/main">
            <a:off x="457200" y="6477000"/>
            <a:ext cx="219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l">
              <a:buNone/>
              <a:defRPr sz="825" b="0">
                <a:solidFill>
                  <a:srgbClr val="FFFFFF"/>
                </a:solidFill>
                <a:latin typeface="Arial"/>
                <a:ea typeface="Arial"/>
                <a:cs typeface="Arial"/>
              </a:defRPr>
            </a:pPr>
            <a:r>
              <a:rPr sz="825" b="0">
                <a:solidFill>
                  <a:srgbClr val="FFFFFF"/>
                </a:solidFill>
                <a:latin typeface="Arial"/>
                <a:ea typeface="Arial"/>
                <a:cs typeface="Arial"/>
              </a:rPr>
              <a:t>Altinn Autorisasjon</a:t>
            </a:r>
          </a:p>
        </p:txBody>
      </p:sp>
      <p:sp>
        <p:nvSpPr>
          <p:cNvPr id="9" name="">
            <a:extLst xmlns:a="http://schemas.openxmlformats.org/drawingml/2006/main">
              <a:ext uri="{FF2B5EF4-FFF2-40B4-BE49-F238E27FC236}">
                <a16:creationId xmlns:a16="http://schemas.microsoft.com/office/drawing/2014/main" id="{AAED2555-9393-4F88-9299-B49FEE321A27}"/>
              </a:ext>
            </a:extLst>
          </p:cNvPr>
          <p:cNvSpPr>
            <a:spLocks xmlns:a="http://schemas.openxmlformats.org/drawingml/2006/main" noGrp="1"/>
          </p:cNvSpPr>
          <p:nvPr/>
        </p:nvSpPr>
        <p:spPr>
          <a:xfrm xmlns:a="http://schemas.openxmlformats.org/drawingml/2006/main">
            <a:off x="11239500" y="6457950"/>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r">
              <a:buNone/>
              <a:defRPr sz="825" b="0">
                <a:solidFill>
                  <a:srgbClr val="FFFFFF"/>
                </a:solidFill>
                <a:latin typeface="Arial"/>
                <a:ea typeface="Arial"/>
                <a:cs typeface="Arial"/>
              </a:defRPr>
            </a:pPr>
            <a:r>
              <a:rPr sz="825" b="0">
                <a:solidFill>
                  <a:srgbClr val="FFFFFF"/>
                </a:solidFill>
                <a:latin typeface="Arial"/>
                <a:ea typeface="Arial"/>
                <a:cs typeface="Arial"/>
              </a:rPr>
              <a:t>10</a:t>
            </a:r>
          </a:p>
        </p:txBody>
      </p:sp>
    </p:spTree>
    <p:extLst>
      <p:ext uri="{BB962C8B-B14F-4D97-AF65-F5344CB8AC3E}">
        <p14:creationId xmlns:p14="http://schemas.microsoft.com/office/powerpoint/2010/main" val="30551435"/>
      </p:ext>
    </p:extLst>
  </p:cSld>
</p:sld>
</file>

<file path=ppt/slides/slide11.xml><?xml version="1.0" encoding="utf-8"?>
<p:sld xmlns:p="http://schemas.openxmlformats.org/presentationml/2006/main">
  <p:cSld>
    <p:bg>
      <p:bgPr>
        <a:solidFill xmlns:a="http://schemas.openxmlformats.org/drawingml/2006/main">
          <a:srgbClr val="022F51"/>
        </a:solidFill>
      </p:bgPr>
    </p:bg>
    <p:spTree>
      <p:nvGrpSpPr>
        <p:cNvPr id="1" name=""/>
        <p:cNvGrpSpPr/>
        <p:nvPr/>
      </p:nvGrpSpPr>
      <p:grpSpPr>
        <a:xfrm xmlns:a="http://schemas.openxmlformats.org/drawingml/2006/main"/>
      </p:grpSpPr>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71d52424c6fa4a7d"/>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7EB8D8E-A87D-4ACC-972B-2BED622C021A}"/>
              </a:ext>
            </a:extLst>
          </p:cNvPr>
          <p:cNvSpPr>
            <a:spLocks xmlns:a="http://schemas.openxmlformats.org/drawingml/2006/main" noGrp="1"/>
          </p:cNvSpPr>
          <p:nvPr/>
        </p:nvSpPr>
        <p:spPr>
          <a:xfrm xmlns:a="http://schemas.openxmlformats.org/drawingml/2006/main">
            <a:off x="0" y="0"/>
            <a:ext cx="12192000" cy="1009650"/>
          </a:xfrm>
          <a:prstGeom xmlns:a="http://schemas.openxmlformats.org/drawingml/2006/main" prst="rect">
            <a:avLst/>
          </a:prstGeom>
          <a:solidFill xmlns:a="http://schemas.openxmlformats.org/drawingml/2006/main">
            <a:srgbClr val="022F51"/>
          </a:solidFill>
          <a:ln xmlns:a="http://schemas.openxmlformats.org/drawingml/2006/main" w="0">
            <a:solidFill>
              <a:srgbClr val="022F51"/>
            </a:solidFill>
            <a:prstDash val="solid"/>
          </a:ln>
        </p:spPr>
      </p:sp>
      <p:sp>
        <p:nvSpPr>
          <p:cNvPr id="3" name="">
            <a:extLst xmlns:a="http://schemas.openxmlformats.org/drawingml/2006/main">
              <a:ext uri="{FF2B5EF4-FFF2-40B4-BE49-F238E27FC236}">
                <a16:creationId xmlns:a16="http://schemas.microsoft.com/office/drawing/2014/main" id="{4C1D8783-4997-4EE0-8A75-3366799850F6}"/>
              </a:ext>
            </a:extLst>
          </p:cNvPr>
          <p:cNvSpPr>
            <a:spLocks xmlns:a="http://schemas.openxmlformats.org/drawingml/2006/main" noGrp="1"/>
          </p:cNvSpPr>
          <p:nvPr/>
        </p:nvSpPr>
        <p:spPr>
          <a:xfrm xmlns:a="http://schemas.openxmlformats.org/drawingml/2006/main">
            <a:off x="0" y="0"/>
            <a:ext cx="114300" cy="1009650"/>
          </a:xfrm>
          <a:prstGeom xmlns:a="http://schemas.openxmlformats.org/drawingml/2006/main" prst="rect">
            <a:avLst/>
          </a:prstGeom>
          <a:solidFill xmlns:a="http://schemas.openxmlformats.org/drawingml/2006/main">
            <a:srgbClr val="0062BA"/>
          </a:solidFill>
          <a:ln xmlns:a="http://schemas.openxmlformats.org/drawingml/2006/main" w="0">
            <a:solidFill>
              <a:srgbClr val="0062BA"/>
            </a:solidFill>
            <a:prstDash val="solid"/>
          </a:ln>
        </p:spPr>
      </p:sp>
      <p:sp>
        <p:nvSpPr>
          <p:cNvPr id="4" name="">
            <a:extLst xmlns:a="http://schemas.openxmlformats.org/drawingml/2006/main">
              <a:ext uri="{FF2B5EF4-FFF2-40B4-BE49-F238E27FC236}">
                <a16:creationId xmlns:a16="http://schemas.microsoft.com/office/drawing/2014/main" id="{6D3D8910-29C3-420C-84DA-A6EFC6120552}"/>
              </a:ext>
            </a:extLst>
          </p:cNvPr>
          <p:cNvSpPr>
            <a:spLocks xmlns:a="http://schemas.openxmlformats.org/drawingml/2006/main" noGrp="1"/>
          </p:cNvSpPr>
          <p:nvPr/>
        </p:nvSpPr>
        <p:spPr>
          <a:xfrm xmlns:a="http://schemas.openxmlformats.org/drawingml/2006/main">
            <a:off x="438150" y="95250"/>
            <a:ext cx="514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DDF3FF"/>
                </a:solidFill>
                <a:latin typeface="Arial"/>
                <a:ea typeface="Arial"/>
                <a:cs typeface="Arial"/>
              </a:defRPr>
            </a:pPr>
            <a:r>
              <a:rPr sz="975" b="1">
                <a:solidFill>
                  <a:srgbClr val="DDF3FF"/>
                </a:solidFill>
                <a:latin typeface="Arial"/>
                <a:ea typeface="Arial"/>
                <a:cs typeface="Arial"/>
              </a:rPr>
              <a:t>RESSURSMODELLEN</a:t>
            </a:r>
          </a:p>
        </p:txBody>
      </p:sp>
      <p:sp>
        <p:nvSpPr>
          <p:cNvPr id="5" name="">
            <a:extLst xmlns:a="http://schemas.openxmlformats.org/drawingml/2006/main">
              <a:ext uri="{FF2B5EF4-FFF2-40B4-BE49-F238E27FC236}">
                <a16:creationId xmlns:a16="http://schemas.microsoft.com/office/drawing/2014/main" id="{506276EF-9D68-4B13-A473-02C0466B36FE}"/>
              </a:ext>
            </a:extLst>
          </p:cNvPr>
          <p:cNvSpPr>
            <a:spLocks xmlns:a="http://schemas.openxmlformats.org/drawingml/2006/main" noGrp="1"/>
          </p:cNvSpPr>
          <p:nvPr/>
        </p:nvSpPr>
        <p:spPr>
          <a:xfrm xmlns:a="http://schemas.openxmlformats.org/drawingml/2006/main">
            <a:off x="438150" y="323850"/>
            <a:ext cx="110680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625" b="1">
                <a:solidFill>
                  <a:srgbClr val="FFFFFF"/>
                </a:solidFill>
                <a:latin typeface="Arial"/>
                <a:ea typeface="Arial"/>
                <a:cs typeface="Arial"/>
              </a:defRPr>
            </a:pPr>
            <a:r>
              <a:rPr sz="2625" b="1">
                <a:solidFill>
                  <a:srgbClr val="FFFFFF"/>
                </a:solidFill>
                <a:latin typeface="Arial"/>
                <a:ea typeface="Arial"/>
                <a:cs typeface="Arial"/>
              </a:rPr>
              <a:t>Hver tjeneste blir en ressurs med operasjoner og policy</a:t>
            </a:r>
          </a:p>
        </p:txBody>
      </p:sp>
      <p:sp>
        <p:nvSpPr>
          <p:cNvPr id="6" name="">
            <a:extLst xmlns:a="http://schemas.openxmlformats.org/drawingml/2006/main">
              <a:ext uri="{FF2B5EF4-FFF2-40B4-BE49-F238E27FC236}">
                <a16:creationId xmlns:a16="http://schemas.microsoft.com/office/drawing/2014/main" id="{656FE045-1538-4C3B-8491-B4A22BAA069D}"/>
              </a:ext>
            </a:extLst>
          </p:cNvPr>
          <p:cNvSpPr>
            <a:spLocks xmlns:a="http://schemas.openxmlformats.org/drawingml/2006/main" noGrp="1"/>
          </p:cNvSpPr>
          <p:nvPr/>
        </p:nvSpPr>
        <p:spPr>
          <a:xfrm xmlns:a="http://schemas.openxmlformats.org/drawingml/2006/main">
            <a:off x="800100" y="5467350"/>
            <a:ext cx="1524000" cy="381000"/>
          </a:xfrm>
          <a:prstGeom xmlns:a="http://schemas.openxmlformats.org/drawingml/2006/main" prst="roundRect">
            <a:avLst>
              <a:gd name="adj" fmla="val 50000"/>
            </a:avLst>
          </a:prstGeom>
          <a:solidFill xmlns:a="http://schemas.openxmlformats.org/drawingml/2006/main">
            <a:srgbClr val="022F51"/>
          </a:solidFill>
          <a:ln xmlns:a="http://schemas.openxmlformats.org/drawingml/2006/main" w="9525">
            <a:solidFill>
              <a:srgbClr val="DDF3FF"/>
            </a:solid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Ressurs-ID</a:t>
            </a:r>
          </a:p>
        </p:txBody>
      </p:sp>
      <p:sp>
        <p:nvSpPr>
          <p:cNvPr id="7" name="">
            <a:extLst xmlns:a="http://schemas.openxmlformats.org/drawingml/2006/main">
              <a:ext uri="{FF2B5EF4-FFF2-40B4-BE49-F238E27FC236}">
                <a16:creationId xmlns:a16="http://schemas.microsoft.com/office/drawing/2014/main" id="{5143A5FA-CA31-4F1A-AA79-10A7F38DB1C0}"/>
              </a:ext>
            </a:extLst>
          </p:cNvPr>
          <p:cNvSpPr>
            <a:spLocks xmlns:a="http://schemas.openxmlformats.org/drawingml/2006/main" noGrp="1"/>
          </p:cNvSpPr>
          <p:nvPr/>
        </p:nvSpPr>
        <p:spPr>
          <a:xfrm xmlns:a="http://schemas.openxmlformats.org/drawingml/2006/main">
            <a:off x="2705100" y="4895850"/>
            <a:ext cx="2171700" cy="381000"/>
          </a:xfrm>
          <a:prstGeom xmlns:a="http://schemas.openxmlformats.org/drawingml/2006/main" prst="roundRect">
            <a:avLst>
              <a:gd name="adj" fmla="val 50000"/>
            </a:avLst>
          </a:prstGeom>
          <a:solidFill xmlns:a="http://schemas.openxmlformats.org/drawingml/2006/main">
            <a:srgbClr val="022F51"/>
          </a:solidFill>
          <a:ln xmlns:a="http://schemas.openxmlformats.org/drawingml/2006/main" w="9525">
            <a:solidFill>
              <a:srgbClr val="DDF3FF"/>
            </a:solid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Beskrivelse og eier</a:t>
            </a:r>
          </a:p>
        </p:txBody>
      </p:sp>
      <p:sp>
        <p:nvSpPr>
          <p:cNvPr id="8" name="">
            <a:extLst xmlns:a="http://schemas.openxmlformats.org/drawingml/2006/main">
              <a:ext uri="{FF2B5EF4-FFF2-40B4-BE49-F238E27FC236}">
                <a16:creationId xmlns:a16="http://schemas.microsoft.com/office/drawing/2014/main" id="{2770B436-4756-46DF-BB39-AE6D7F1B3A73}"/>
              </a:ext>
            </a:extLst>
          </p:cNvPr>
          <p:cNvSpPr>
            <a:spLocks xmlns:a="http://schemas.openxmlformats.org/drawingml/2006/main" noGrp="1"/>
          </p:cNvSpPr>
          <p:nvPr/>
        </p:nvSpPr>
        <p:spPr>
          <a:xfrm xmlns:a="http://schemas.openxmlformats.org/drawingml/2006/main">
            <a:off x="5334000" y="4324350"/>
            <a:ext cx="1695450" cy="381000"/>
          </a:xfrm>
          <a:prstGeom xmlns:a="http://schemas.openxmlformats.org/drawingml/2006/main" prst="roundRect">
            <a:avLst>
              <a:gd name="adj" fmla="val 50000"/>
            </a:avLst>
          </a:prstGeom>
          <a:solidFill xmlns:a="http://schemas.openxmlformats.org/drawingml/2006/main">
            <a:srgbClr val="022F51"/>
          </a:solidFill>
          <a:ln xmlns:a="http://schemas.openxmlformats.org/drawingml/2006/main" w="9525">
            <a:solidFill>
              <a:srgbClr val="DDF3FF"/>
            </a:solid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Operasjoner</a:t>
            </a:r>
          </a:p>
        </p:txBody>
      </p:sp>
      <p:sp>
        <p:nvSpPr>
          <p:cNvPr id="9" name="">
            <a:extLst xmlns:a="http://schemas.openxmlformats.org/drawingml/2006/main">
              <a:ext uri="{FF2B5EF4-FFF2-40B4-BE49-F238E27FC236}">
                <a16:creationId xmlns:a16="http://schemas.microsoft.com/office/drawing/2014/main" id="{6FF707E4-C510-4301-AB2B-F130D996778E}"/>
              </a:ext>
            </a:extLst>
          </p:cNvPr>
          <p:cNvSpPr>
            <a:spLocks xmlns:a="http://schemas.openxmlformats.org/drawingml/2006/main" noGrp="1"/>
          </p:cNvSpPr>
          <p:nvPr/>
        </p:nvSpPr>
        <p:spPr>
          <a:xfrm xmlns:a="http://schemas.openxmlformats.org/drawingml/2006/main">
            <a:off x="7467600" y="3752850"/>
            <a:ext cx="1276350" cy="381000"/>
          </a:xfrm>
          <a:prstGeom xmlns:a="http://schemas.openxmlformats.org/drawingml/2006/main" prst="roundRect">
            <a:avLst>
              <a:gd name="adj" fmla="val 50000"/>
            </a:avLst>
          </a:prstGeom>
          <a:solidFill xmlns:a="http://schemas.openxmlformats.org/drawingml/2006/main">
            <a:srgbClr val="022F51"/>
          </a:solidFill>
          <a:ln xmlns:a="http://schemas.openxmlformats.org/drawingml/2006/main" w="9525">
            <a:solidFill>
              <a:srgbClr val="DDF3FF"/>
            </a:solid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Policy</a:t>
            </a:r>
          </a:p>
        </p:txBody>
      </p:sp>
      <p:sp>
        <p:nvSpPr>
          <p:cNvPr id="10" name="">
            <a:extLst xmlns:a="http://schemas.openxmlformats.org/drawingml/2006/main">
              <a:ext uri="{FF2B5EF4-FFF2-40B4-BE49-F238E27FC236}">
                <a16:creationId xmlns:a16="http://schemas.microsoft.com/office/drawing/2014/main" id="{F718923A-8797-4C07-BD78-AC9598782487}"/>
              </a:ext>
            </a:extLst>
          </p:cNvPr>
          <p:cNvSpPr>
            <a:spLocks xmlns:a="http://schemas.openxmlformats.org/drawingml/2006/main" noGrp="1"/>
          </p:cNvSpPr>
          <p:nvPr/>
        </p:nvSpPr>
        <p:spPr>
          <a:xfrm xmlns:a="http://schemas.openxmlformats.org/drawingml/2006/main">
            <a:off x="9467850" y="5467350"/>
            <a:ext cx="1943100" cy="381000"/>
          </a:xfrm>
          <a:prstGeom xmlns:a="http://schemas.openxmlformats.org/drawingml/2006/main" prst="roundRect">
            <a:avLst>
              <a:gd name="adj" fmla="val 50000"/>
            </a:avLst>
          </a:prstGeom>
          <a:solidFill xmlns:a="http://schemas.openxmlformats.org/drawingml/2006/main">
            <a:srgbClr val="022F51"/>
          </a:solidFill>
          <a:ln xmlns:a="http://schemas.openxmlformats.org/drawingml/2006/main" w="9525">
            <a:solidFill>
              <a:srgbClr val="DDF3FF"/>
            </a:solid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Faktisk tjeneste</a:t>
            </a:r>
          </a:p>
        </p:txBody>
      </p:sp>
      <p:sp>
        <p:nvSpPr>
          <p:cNvPr id="11" name="">
            <a:extLst xmlns:a="http://schemas.openxmlformats.org/drawingml/2006/main">
              <a:ext uri="{FF2B5EF4-FFF2-40B4-BE49-F238E27FC236}">
                <a16:creationId xmlns:a16="http://schemas.microsoft.com/office/drawing/2014/main" id="{1BEE3E47-DE97-4FFC-9893-65CFE58CD59C}"/>
              </a:ext>
            </a:extLst>
          </p:cNvPr>
          <p:cNvSpPr>
            <a:spLocks xmlns:a="http://schemas.openxmlformats.org/drawingml/2006/main" noGrp="1"/>
          </p:cNvSpPr>
          <p:nvPr/>
        </p:nvSpPr>
        <p:spPr>
          <a:xfrm xmlns:a="http://schemas.openxmlformats.org/drawingml/2006/main">
            <a:off x="457200" y="6477000"/>
            <a:ext cx="219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l">
              <a:buNone/>
              <a:defRPr sz="825" b="0">
                <a:solidFill>
                  <a:srgbClr val="FFFFFF"/>
                </a:solidFill>
                <a:latin typeface="Arial"/>
                <a:ea typeface="Arial"/>
                <a:cs typeface="Arial"/>
              </a:defRPr>
            </a:pPr>
            <a:r>
              <a:rPr sz="825" b="0">
                <a:solidFill>
                  <a:srgbClr val="FFFFFF"/>
                </a:solidFill>
                <a:latin typeface="Arial"/>
                <a:ea typeface="Arial"/>
                <a:cs typeface="Arial"/>
              </a:rPr>
              <a:t>Altinn Autorisasjon</a:t>
            </a:r>
          </a:p>
        </p:txBody>
      </p:sp>
      <p:sp>
        <p:nvSpPr>
          <p:cNvPr id="12" name="">
            <a:extLst xmlns:a="http://schemas.openxmlformats.org/drawingml/2006/main">
              <a:ext uri="{FF2B5EF4-FFF2-40B4-BE49-F238E27FC236}">
                <a16:creationId xmlns:a16="http://schemas.microsoft.com/office/drawing/2014/main" id="{71CF7AB0-2C8F-4425-8930-27FF4CEA96CF}"/>
              </a:ext>
            </a:extLst>
          </p:cNvPr>
          <p:cNvSpPr>
            <a:spLocks xmlns:a="http://schemas.openxmlformats.org/drawingml/2006/main" noGrp="1"/>
          </p:cNvSpPr>
          <p:nvPr/>
        </p:nvSpPr>
        <p:spPr>
          <a:xfrm xmlns:a="http://schemas.openxmlformats.org/drawingml/2006/main">
            <a:off x="11239500" y="6457950"/>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r">
              <a:buNone/>
              <a:defRPr sz="825" b="0">
                <a:solidFill>
                  <a:srgbClr val="FFFFFF"/>
                </a:solidFill>
                <a:latin typeface="Arial"/>
                <a:ea typeface="Arial"/>
                <a:cs typeface="Arial"/>
              </a:defRPr>
            </a:pPr>
            <a:r>
              <a:rPr sz="825" b="0">
                <a:solidFill>
                  <a:srgbClr val="FFFFFF"/>
                </a:solidFill>
                <a:latin typeface="Arial"/>
                <a:ea typeface="Arial"/>
                <a:cs typeface="Arial"/>
              </a:rPr>
              <a:t>11</a:t>
            </a:r>
          </a:p>
        </p:txBody>
      </p:sp>
    </p:spTree>
    <p:extLst>
      <p:ext uri="{BB962C8B-B14F-4D97-AF65-F5344CB8AC3E}">
        <p14:creationId xmlns:p14="http://schemas.microsoft.com/office/powerpoint/2010/main" val="30551435"/>
      </p:ext>
    </p:extLst>
  </p:cSld>
</p:sld>
</file>

<file path=ppt/slides/slide12.xml><?xml version="1.0" encoding="utf-8"?>
<p:sld xmlns:p="http://schemas.openxmlformats.org/presentationml/2006/main">
  <p:cSld>
    <p:bg>
      <p:bgPr>
        <a:solidFill xmlns:a="http://schemas.openxmlformats.org/drawingml/2006/main">
          <a:srgbClr val="022F51"/>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3b262c05ca91408f"/>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F5C87EC-7F5C-4340-9B89-7702D1358FD1}"/>
              </a:ext>
            </a:extLst>
          </p:cNvPr>
          <p:cNvSpPr>
            <a:spLocks xmlns:a="http://schemas.openxmlformats.org/drawingml/2006/main" noGrp="1"/>
          </p:cNvSpPr>
          <p:nvPr/>
        </p:nvSpPr>
        <p:spPr>
          <a:xfrm xmlns:a="http://schemas.openxmlformats.org/drawingml/2006/main">
            <a:off x="0" y="0"/>
            <a:ext cx="12192000" cy="1009650"/>
          </a:xfrm>
          <a:prstGeom xmlns:a="http://schemas.openxmlformats.org/drawingml/2006/main" prst="rect">
            <a:avLst/>
          </a:prstGeom>
          <a:solidFill xmlns:a="http://schemas.openxmlformats.org/drawingml/2006/main">
            <a:srgbClr val="022F51"/>
          </a:solidFill>
          <a:ln xmlns:a="http://schemas.openxmlformats.org/drawingml/2006/main" w="0">
            <a:solidFill>
              <a:srgbClr val="022F51"/>
            </a:solidFill>
            <a:prstDash val="solid"/>
          </a:ln>
        </p:spPr>
      </p:sp>
      <p:sp>
        <p:nvSpPr>
          <p:cNvPr id="3" name="">
            <a:extLst xmlns:a="http://schemas.openxmlformats.org/drawingml/2006/main">
              <a:ext uri="{FF2B5EF4-FFF2-40B4-BE49-F238E27FC236}">
                <a16:creationId xmlns:a16="http://schemas.microsoft.com/office/drawing/2014/main" id="{3F35B489-20AA-4297-8676-CB26225151B8}"/>
              </a:ext>
            </a:extLst>
          </p:cNvPr>
          <p:cNvSpPr>
            <a:spLocks xmlns:a="http://schemas.openxmlformats.org/drawingml/2006/main" noGrp="1"/>
          </p:cNvSpPr>
          <p:nvPr/>
        </p:nvSpPr>
        <p:spPr>
          <a:xfrm xmlns:a="http://schemas.openxmlformats.org/drawingml/2006/main">
            <a:off x="0" y="0"/>
            <a:ext cx="114300" cy="1009650"/>
          </a:xfrm>
          <a:prstGeom xmlns:a="http://schemas.openxmlformats.org/drawingml/2006/main" prst="rect">
            <a:avLst/>
          </a:prstGeom>
          <a:solidFill xmlns:a="http://schemas.openxmlformats.org/drawingml/2006/main">
            <a:srgbClr val="0062BA"/>
          </a:solidFill>
          <a:ln xmlns:a="http://schemas.openxmlformats.org/drawingml/2006/main" w="0">
            <a:solidFill>
              <a:srgbClr val="0062BA"/>
            </a:solidFill>
            <a:prstDash val="solid"/>
          </a:ln>
        </p:spPr>
      </p:sp>
      <p:sp>
        <p:nvSpPr>
          <p:cNvPr id="4" name="">
            <a:extLst xmlns:a="http://schemas.openxmlformats.org/drawingml/2006/main">
              <a:ext uri="{FF2B5EF4-FFF2-40B4-BE49-F238E27FC236}">
                <a16:creationId xmlns:a16="http://schemas.microsoft.com/office/drawing/2014/main" id="{08140D61-34D5-48CA-95EC-F19B1C931DE0}"/>
              </a:ext>
            </a:extLst>
          </p:cNvPr>
          <p:cNvSpPr>
            <a:spLocks xmlns:a="http://schemas.openxmlformats.org/drawingml/2006/main" noGrp="1"/>
          </p:cNvSpPr>
          <p:nvPr/>
        </p:nvSpPr>
        <p:spPr>
          <a:xfrm xmlns:a="http://schemas.openxmlformats.org/drawingml/2006/main">
            <a:off x="438150" y="9525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DDF3FF"/>
                </a:solidFill>
                <a:latin typeface="Arial"/>
                <a:ea typeface="Arial"/>
                <a:cs typeface="Arial"/>
              </a:defRPr>
            </a:pPr>
            <a:r>
              <a:rPr sz="975" b="1">
                <a:solidFill>
                  <a:srgbClr val="DDF3FF"/>
                </a:solidFill>
                <a:latin typeface="Arial"/>
                <a:ea typeface="Arial"/>
                <a:cs typeface="Arial"/>
              </a:rPr>
              <a:t>TJENESTEEIERENS ANSVAR</a:t>
            </a:r>
          </a:p>
        </p:txBody>
      </p:sp>
      <p:sp>
        <p:nvSpPr>
          <p:cNvPr id="5" name="">
            <a:extLst xmlns:a="http://schemas.openxmlformats.org/drawingml/2006/main">
              <a:ext uri="{FF2B5EF4-FFF2-40B4-BE49-F238E27FC236}">
                <a16:creationId xmlns:a16="http://schemas.microsoft.com/office/drawing/2014/main" id="{95AC3B62-162E-46CA-B4C3-A7355E6A9CC0}"/>
              </a:ext>
            </a:extLst>
          </p:cNvPr>
          <p:cNvSpPr>
            <a:spLocks xmlns:a="http://schemas.openxmlformats.org/drawingml/2006/main" noGrp="1"/>
          </p:cNvSpPr>
          <p:nvPr/>
        </p:nvSpPr>
        <p:spPr>
          <a:xfrm xmlns:a="http://schemas.openxmlformats.org/drawingml/2006/main">
            <a:off x="438150" y="3238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625" b="1">
                <a:solidFill>
                  <a:srgbClr val="FFFFFF"/>
                </a:solidFill>
                <a:latin typeface="Arial"/>
                <a:ea typeface="Arial"/>
                <a:cs typeface="Arial"/>
              </a:defRPr>
            </a:pPr>
            <a:r>
              <a:rPr sz="2625" b="1">
                <a:solidFill>
                  <a:srgbClr val="FFFFFF"/>
                </a:solidFill>
                <a:latin typeface="Arial"/>
                <a:ea typeface="Arial"/>
                <a:cs typeface="Arial"/>
              </a:rPr>
              <a:t>Tilgang starter med faglige og juridiske vurderinger</a:t>
            </a:r>
          </a:p>
        </p:txBody>
      </p:sp>
      <p:sp>
        <p:nvSpPr>
          <p:cNvPr id="6" name="">
            <a:extLst xmlns:a="http://schemas.openxmlformats.org/drawingml/2006/main">
              <a:ext uri="{FF2B5EF4-FFF2-40B4-BE49-F238E27FC236}">
                <a16:creationId xmlns:a16="http://schemas.microsoft.com/office/drawing/2014/main" id="{DD97F231-1B4F-4646-B6AB-573F01750A4A}"/>
              </a:ext>
            </a:extLst>
          </p:cNvPr>
          <p:cNvSpPr>
            <a:spLocks xmlns:a="http://schemas.openxmlformats.org/drawingml/2006/main" noGrp="1"/>
          </p:cNvSpPr>
          <p:nvPr/>
        </p:nvSpPr>
        <p:spPr>
          <a:xfrm xmlns:a="http://schemas.openxmlformats.org/drawingml/2006/main">
            <a:off x="457200" y="6477000"/>
            <a:ext cx="219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l">
              <a:buNone/>
              <a:defRPr sz="825" b="0">
                <a:solidFill>
                  <a:srgbClr val="FFFFFF"/>
                </a:solidFill>
                <a:latin typeface="Arial"/>
                <a:ea typeface="Arial"/>
                <a:cs typeface="Arial"/>
              </a:defRPr>
            </a:pPr>
            <a:r>
              <a:rPr sz="825" b="0">
                <a:solidFill>
                  <a:srgbClr val="FFFFFF"/>
                </a:solidFill>
                <a:latin typeface="Arial"/>
                <a:ea typeface="Arial"/>
                <a:cs typeface="Arial"/>
              </a:rPr>
              <a:t>Altinn Autorisasjon</a:t>
            </a:r>
          </a:p>
        </p:txBody>
      </p:sp>
      <p:sp>
        <p:nvSpPr>
          <p:cNvPr id="7" name="">
            <a:extLst xmlns:a="http://schemas.openxmlformats.org/drawingml/2006/main">
              <a:ext uri="{FF2B5EF4-FFF2-40B4-BE49-F238E27FC236}">
                <a16:creationId xmlns:a16="http://schemas.microsoft.com/office/drawing/2014/main" id="{532579B6-DCED-47E1-AC7D-311590E26095}"/>
              </a:ext>
            </a:extLst>
          </p:cNvPr>
          <p:cNvSpPr>
            <a:spLocks xmlns:a="http://schemas.openxmlformats.org/drawingml/2006/main" noGrp="1"/>
          </p:cNvSpPr>
          <p:nvPr/>
        </p:nvSpPr>
        <p:spPr>
          <a:xfrm xmlns:a="http://schemas.openxmlformats.org/drawingml/2006/main">
            <a:off x="11239500" y="6457950"/>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r">
              <a:buNone/>
              <a:defRPr sz="825" b="0">
                <a:solidFill>
                  <a:srgbClr val="FFFFFF"/>
                </a:solidFill>
                <a:latin typeface="Arial"/>
                <a:ea typeface="Arial"/>
                <a:cs typeface="Arial"/>
              </a:defRPr>
            </a:pPr>
            <a:r>
              <a:rPr sz="825" b="0">
                <a:solidFill>
                  <a:srgbClr val="FFFFFF"/>
                </a:solidFill>
                <a:latin typeface="Arial"/>
                <a:ea typeface="Arial"/>
                <a:cs typeface="Arial"/>
              </a:rPr>
              <a:t>12</a:t>
            </a:r>
          </a:p>
        </p:txBody>
      </p:sp>
    </p:spTree>
    <p:extLst>
      <p:ext uri="{BB962C8B-B14F-4D97-AF65-F5344CB8AC3E}">
        <p14:creationId xmlns:p14="http://schemas.microsoft.com/office/powerpoint/2010/main" val="30551435"/>
      </p:ext>
    </p:extLst>
  </p:cSld>
</p:sld>
</file>

<file path=ppt/slides/slide13.xml><?xml version="1.0" encoding="utf-8"?>
<p:sld xmlns:p="http://schemas.openxmlformats.org/presentationml/2006/main">
  <p:cSld>
    <p:bg>
      <p:bgPr>
        <a:solidFill xmlns:a="http://schemas.openxmlformats.org/drawingml/2006/main">
          <a:srgbClr val="022F51"/>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27e4bf1d886f4ce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E6A4E7D-D686-4DA0-BDA2-34323A139C8B}"/>
              </a:ext>
            </a:extLst>
          </p:cNvPr>
          <p:cNvSpPr>
            <a:spLocks xmlns:a="http://schemas.openxmlformats.org/drawingml/2006/main" noGrp="1"/>
          </p:cNvSpPr>
          <p:nvPr/>
        </p:nvSpPr>
        <p:spPr>
          <a:xfrm xmlns:a="http://schemas.openxmlformats.org/drawingml/2006/main">
            <a:off x="0" y="0"/>
            <a:ext cx="12192000" cy="1009650"/>
          </a:xfrm>
          <a:prstGeom xmlns:a="http://schemas.openxmlformats.org/drawingml/2006/main" prst="rect">
            <a:avLst/>
          </a:prstGeom>
          <a:solidFill xmlns:a="http://schemas.openxmlformats.org/drawingml/2006/main">
            <a:srgbClr val="022F51"/>
          </a:solidFill>
          <a:ln xmlns:a="http://schemas.openxmlformats.org/drawingml/2006/main" w="0">
            <a:solidFill>
              <a:srgbClr val="022F51"/>
            </a:solidFill>
            <a:prstDash val="solid"/>
          </a:ln>
        </p:spPr>
      </p:sp>
      <p:sp>
        <p:nvSpPr>
          <p:cNvPr id="3" name="">
            <a:extLst xmlns:a="http://schemas.openxmlformats.org/drawingml/2006/main">
              <a:ext uri="{FF2B5EF4-FFF2-40B4-BE49-F238E27FC236}">
                <a16:creationId xmlns:a16="http://schemas.microsoft.com/office/drawing/2014/main" id="{3D52816A-A32E-489E-BA3F-94D5FC53E303}"/>
              </a:ext>
            </a:extLst>
          </p:cNvPr>
          <p:cNvSpPr>
            <a:spLocks xmlns:a="http://schemas.openxmlformats.org/drawingml/2006/main" noGrp="1"/>
          </p:cNvSpPr>
          <p:nvPr/>
        </p:nvSpPr>
        <p:spPr>
          <a:xfrm xmlns:a="http://schemas.openxmlformats.org/drawingml/2006/main">
            <a:off x="0" y="0"/>
            <a:ext cx="114300" cy="1009650"/>
          </a:xfrm>
          <a:prstGeom xmlns:a="http://schemas.openxmlformats.org/drawingml/2006/main" prst="rect">
            <a:avLst/>
          </a:prstGeom>
          <a:solidFill xmlns:a="http://schemas.openxmlformats.org/drawingml/2006/main">
            <a:srgbClr val="0062BA"/>
          </a:solidFill>
          <a:ln xmlns:a="http://schemas.openxmlformats.org/drawingml/2006/main" w="0">
            <a:solidFill>
              <a:srgbClr val="0062BA"/>
            </a:solidFill>
            <a:prstDash val="solid"/>
          </a:ln>
        </p:spPr>
      </p:sp>
      <p:sp>
        <p:nvSpPr>
          <p:cNvPr id="4" name="">
            <a:extLst xmlns:a="http://schemas.openxmlformats.org/drawingml/2006/main">
              <a:ext uri="{FF2B5EF4-FFF2-40B4-BE49-F238E27FC236}">
                <a16:creationId xmlns:a16="http://schemas.microsoft.com/office/drawing/2014/main" id="{B87ADAEA-E8A8-42CA-A47B-1D7C99DAE335}"/>
              </a:ext>
            </a:extLst>
          </p:cNvPr>
          <p:cNvSpPr>
            <a:spLocks xmlns:a="http://schemas.openxmlformats.org/drawingml/2006/main" noGrp="1"/>
          </p:cNvSpPr>
          <p:nvPr/>
        </p:nvSpPr>
        <p:spPr>
          <a:xfrm xmlns:a="http://schemas.openxmlformats.org/drawingml/2006/main">
            <a:off x="438150" y="9525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DDF3FF"/>
                </a:solidFill>
                <a:latin typeface="Arial"/>
                <a:ea typeface="Arial"/>
                <a:cs typeface="Arial"/>
              </a:defRPr>
            </a:pPr>
            <a:r>
              <a:rPr sz="975" b="1">
                <a:solidFill>
                  <a:srgbClr val="DDF3FF"/>
                </a:solidFill>
                <a:latin typeface="Arial"/>
                <a:ea typeface="Arial"/>
                <a:cs typeface="Arial"/>
              </a:rPr>
              <a:t>ANSVARSDELING</a:t>
            </a:r>
          </a:p>
        </p:txBody>
      </p:sp>
      <p:sp>
        <p:nvSpPr>
          <p:cNvPr id="5" name="">
            <a:extLst xmlns:a="http://schemas.openxmlformats.org/drawingml/2006/main">
              <a:ext uri="{FF2B5EF4-FFF2-40B4-BE49-F238E27FC236}">
                <a16:creationId xmlns:a16="http://schemas.microsoft.com/office/drawing/2014/main" id="{FBA729AB-3504-4E01-89C6-8504415371E5}"/>
              </a:ext>
            </a:extLst>
          </p:cNvPr>
          <p:cNvSpPr>
            <a:spLocks xmlns:a="http://schemas.openxmlformats.org/drawingml/2006/main" noGrp="1"/>
          </p:cNvSpPr>
          <p:nvPr/>
        </p:nvSpPr>
        <p:spPr>
          <a:xfrm xmlns:a="http://schemas.openxmlformats.org/drawingml/2006/main">
            <a:off x="438150" y="3238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625" b="1">
                <a:solidFill>
                  <a:srgbClr val="FFFFFF"/>
                </a:solidFill>
                <a:latin typeface="Arial"/>
                <a:ea typeface="Arial"/>
                <a:cs typeface="Arial"/>
              </a:defRPr>
            </a:pPr>
            <a:r>
              <a:rPr sz="2625" b="1">
                <a:solidFill>
                  <a:srgbClr val="FFFFFF"/>
                </a:solidFill>
                <a:latin typeface="Arial"/>
                <a:ea typeface="Arial"/>
                <a:cs typeface="Arial"/>
              </a:rPr>
              <a:t>Tjenesteeieren eier reglene – Altinn eier mekanismen</a:t>
            </a:r>
          </a:p>
        </p:txBody>
      </p:sp>
      <p:sp>
        <p:nvSpPr>
          <p:cNvPr id="6" name="">
            <a:extLst xmlns:a="http://schemas.openxmlformats.org/drawingml/2006/main">
              <a:ext uri="{FF2B5EF4-FFF2-40B4-BE49-F238E27FC236}">
                <a16:creationId xmlns:a16="http://schemas.microsoft.com/office/drawing/2014/main" id="{78BC7E20-693C-4339-AA15-26B7CF08A389}"/>
              </a:ext>
            </a:extLst>
          </p:cNvPr>
          <p:cNvSpPr>
            <a:spLocks xmlns:a="http://schemas.openxmlformats.org/drawingml/2006/main" noGrp="1"/>
          </p:cNvSpPr>
          <p:nvPr/>
        </p:nvSpPr>
        <p:spPr>
          <a:xfrm xmlns:a="http://schemas.openxmlformats.org/drawingml/2006/main">
            <a:off x="457200" y="6477000"/>
            <a:ext cx="219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l">
              <a:buNone/>
              <a:defRPr sz="825" b="0">
                <a:solidFill>
                  <a:srgbClr val="FFFFFF"/>
                </a:solidFill>
                <a:latin typeface="Arial"/>
                <a:ea typeface="Arial"/>
                <a:cs typeface="Arial"/>
              </a:defRPr>
            </a:pPr>
            <a:r>
              <a:rPr sz="825" b="0">
                <a:solidFill>
                  <a:srgbClr val="FFFFFF"/>
                </a:solidFill>
                <a:latin typeface="Arial"/>
                <a:ea typeface="Arial"/>
                <a:cs typeface="Arial"/>
              </a:rPr>
              <a:t>Altinn Autorisasjon</a:t>
            </a:r>
          </a:p>
        </p:txBody>
      </p:sp>
      <p:sp>
        <p:nvSpPr>
          <p:cNvPr id="7" name="">
            <a:extLst xmlns:a="http://schemas.openxmlformats.org/drawingml/2006/main">
              <a:ext uri="{FF2B5EF4-FFF2-40B4-BE49-F238E27FC236}">
                <a16:creationId xmlns:a16="http://schemas.microsoft.com/office/drawing/2014/main" id="{EC0A6E76-C8E5-4780-9776-74DF722C7E11}"/>
              </a:ext>
            </a:extLst>
          </p:cNvPr>
          <p:cNvSpPr>
            <a:spLocks xmlns:a="http://schemas.openxmlformats.org/drawingml/2006/main" noGrp="1"/>
          </p:cNvSpPr>
          <p:nvPr/>
        </p:nvSpPr>
        <p:spPr>
          <a:xfrm xmlns:a="http://schemas.openxmlformats.org/drawingml/2006/main">
            <a:off x="11239500" y="6457950"/>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r">
              <a:buNone/>
              <a:defRPr sz="825" b="0">
                <a:solidFill>
                  <a:srgbClr val="FFFFFF"/>
                </a:solidFill>
                <a:latin typeface="Arial"/>
                <a:ea typeface="Arial"/>
                <a:cs typeface="Arial"/>
              </a:defRPr>
            </a:pPr>
            <a:r>
              <a:rPr sz="825" b="0">
                <a:solidFill>
                  <a:srgbClr val="FFFFFF"/>
                </a:solidFill>
                <a:latin typeface="Arial"/>
                <a:ea typeface="Arial"/>
                <a:cs typeface="Arial"/>
              </a:rPr>
              <a:t>13</a:t>
            </a:r>
          </a:p>
        </p:txBody>
      </p:sp>
    </p:spTree>
    <p:extLst>
      <p:ext uri="{BB962C8B-B14F-4D97-AF65-F5344CB8AC3E}">
        <p14:creationId xmlns:p14="http://schemas.microsoft.com/office/powerpoint/2010/main" val="30551435"/>
      </p:ext>
    </p:extLst>
  </p:cSld>
</p:sld>
</file>

<file path=ppt/slides/slide14.xml><?xml version="1.0" encoding="utf-8"?>
<p:sld xmlns:p="http://schemas.openxmlformats.org/presentationml/2006/main">
  <p:cSld>
    <p:bg>
      <p:bgPr>
        <a:solidFill xmlns:a="http://schemas.openxmlformats.org/drawingml/2006/main">
          <a:srgbClr val="022F51"/>
        </a:solidFill>
      </p:bgPr>
    </p:bg>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ca71624ce1b5496f"/>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3C77127-1C47-40C0-A3C1-61E2289B2594}"/>
              </a:ext>
            </a:extLst>
          </p:cNvPr>
          <p:cNvSpPr>
            <a:spLocks xmlns:a="http://schemas.openxmlformats.org/drawingml/2006/main" noGrp="1"/>
          </p:cNvSpPr>
          <p:nvPr/>
        </p:nvSpPr>
        <p:spPr>
          <a:xfrm xmlns:a="http://schemas.openxmlformats.org/drawingml/2006/main">
            <a:off x="0" y="0"/>
            <a:ext cx="12192000" cy="1009650"/>
          </a:xfrm>
          <a:prstGeom xmlns:a="http://schemas.openxmlformats.org/drawingml/2006/main" prst="rect">
            <a:avLst/>
          </a:prstGeom>
          <a:solidFill xmlns:a="http://schemas.openxmlformats.org/drawingml/2006/main">
            <a:srgbClr val="022F51"/>
          </a:solidFill>
          <a:ln xmlns:a="http://schemas.openxmlformats.org/drawingml/2006/main" w="0">
            <a:solidFill>
              <a:srgbClr val="022F51"/>
            </a:solidFill>
            <a:prstDash val="solid"/>
          </a:ln>
        </p:spPr>
      </p:sp>
      <p:sp>
        <p:nvSpPr>
          <p:cNvPr id="3" name="">
            <a:extLst xmlns:a="http://schemas.openxmlformats.org/drawingml/2006/main">
              <a:ext uri="{FF2B5EF4-FFF2-40B4-BE49-F238E27FC236}">
                <a16:creationId xmlns:a16="http://schemas.microsoft.com/office/drawing/2014/main" id="{220C639D-0617-4F19-8108-9C0990FD5259}"/>
              </a:ext>
            </a:extLst>
          </p:cNvPr>
          <p:cNvSpPr>
            <a:spLocks xmlns:a="http://schemas.openxmlformats.org/drawingml/2006/main" noGrp="1"/>
          </p:cNvSpPr>
          <p:nvPr/>
        </p:nvSpPr>
        <p:spPr>
          <a:xfrm xmlns:a="http://schemas.openxmlformats.org/drawingml/2006/main">
            <a:off x="0" y="0"/>
            <a:ext cx="114300" cy="1009650"/>
          </a:xfrm>
          <a:prstGeom xmlns:a="http://schemas.openxmlformats.org/drawingml/2006/main" prst="rect">
            <a:avLst/>
          </a:prstGeom>
          <a:solidFill xmlns:a="http://schemas.openxmlformats.org/drawingml/2006/main">
            <a:srgbClr val="0062BA"/>
          </a:solidFill>
          <a:ln xmlns:a="http://schemas.openxmlformats.org/drawingml/2006/main" w="0">
            <a:solidFill>
              <a:srgbClr val="0062BA"/>
            </a:solidFill>
            <a:prstDash val="solid"/>
          </a:ln>
        </p:spPr>
      </p:sp>
      <p:sp>
        <p:nvSpPr>
          <p:cNvPr id="4" name="">
            <a:extLst xmlns:a="http://schemas.openxmlformats.org/drawingml/2006/main">
              <a:ext uri="{FF2B5EF4-FFF2-40B4-BE49-F238E27FC236}">
                <a16:creationId xmlns:a16="http://schemas.microsoft.com/office/drawing/2014/main" id="{225FAEA9-3CFC-4AFA-BA14-34B8A9598CAB}"/>
              </a:ext>
            </a:extLst>
          </p:cNvPr>
          <p:cNvSpPr>
            <a:spLocks xmlns:a="http://schemas.openxmlformats.org/drawingml/2006/main" noGrp="1"/>
          </p:cNvSpPr>
          <p:nvPr/>
        </p:nvSpPr>
        <p:spPr>
          <a:xfrm xmlns:a="http://schemas.openxmlformats.org/drawingml/2006/main">
            <a:off x="438150" y="95250"/>
            <a:ext cx="514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DDF3FF"/>
                </a:solidFill>
                <a:latin typeface="Arial"/>
                <a:ea typeface="Arial"/>
                <a:cs typeface="Arial"/>
              </a:defRPr>
            </a:pPr>
            <a:r>
              <a:rPr sz="975" b="1">
                <a:solidFill>
                  <a:srgbClr val="DDF3FF"/>
                </a:solidFill>
                <a:latin typeface="Arial"/>
                <a:ea typeface="Arial"/>
                <a:cs typeface="Arial"/>
              </a:rPr>
              <a:t>FØR RUNTIME</a:t>
            </a:r>
          </a:p>
        </p:txBody>
      </p:sp>
      <p:sp>
        <p:nvSpPr>
          <p:cNvPr id="5" name="">
            <a:extLst xmlns:a="http://schemas.openxmlformats.org/drawingml/2006/main">
              <a:ext uri="{FF2B5EF4-FFF2-40B4-BE49-F238E27FC236}">
                <a16:creationId xmlns:a16="http://schemas.microsoft.com/office/drawing/2014/main" id="{480372EC-6103-4F68-B621-6C939B405CE2}"/>
              </a:ext>
            </a:extLst>
          </p:cNvPr>
          <p:cNvSpPr>
            <a:spLocks xmlns:a="http://schemas.openxmlformats.org/drawingml/2006/main" noGrp="1"/>
          </p:cNvSpPr>
          <p:nvPr/>
        </p:nvSpPr>
        <p:spPr>
          <a:xfrm xmlns:a="http://schemas.openxmlformats.org/drawingml/2006/main">
            <a:off x="438150" y="323850"/>
            <a:ext cx="110680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625" b="1">
                <a:solidFill>
                  <a:srgbClr val="FFFFFF"/>
                </a:solidFill>
                <a:latin typeface="Arial"/>
                <a:ea typeface="Arial"/>
                <a:cs typeface="Arial"/>
              </a:defRPr>
            </a:pPr>
            <a:r>
              <a:rPr sz="2625" b="1">
                <a:solidFill>
                  <a:srgbClr val="FFFFFF"/>
                </a:solidFill>
                <a:latin typeface="Arial"/>
                <a:ea typeface="Arial"/>
                <a:cs typeface="Arial"/>
              </a:rPr>
              <a:t>Tjenesteeieren definerer policy i PAP</a:t>
            </a:r>
          </a:p>
        </p:txBody>
      </p:sp>
      <p:sp>
        <p:nvSpPr>
          <p:cNvPr id="6" name="">
            <a:extLst xmlns:a="http://schemas.openxmlformats.org/drawingml/2006/main">
              <a:ext uri="{FF2B5EF4-FFF2-40B4-BE49-F238E27FC236}">
                <a16:creationId xmlns:a16="http://schemas.microsoft.com/office/drawing/2014/main" id="{62363496-CF88-4116-9F71-65D966C1C741}"/>
              </a:ext>
            </a:extLst>
          </p:cNvPr>
          <p:cNvSpPr>
            <a:spLocks xmlns:a="http://schemas.openxmlformats.org/drawingml/2006/main" noGrp="1"/>
          </p:cNvSpPr>
          <p:nvPr/>
        </p:nvSpPr>
        <p:spPr>
          <a:xfrm xmlns:a="http://schemas.openxmlformats.org/drawingml/2006/main">
            <a:off x="1285875" y="3448050"/>
            <a:ext cx="1104900" cy="381000"/>
          </a:xfrm>
          <a:prstGeom xmlns:a="http://schemas.openxmlformats.org/drawingml/2006/main" prst="roundRect">
            <a:avLst>
              <a:gd name="adj" fmla="val 50000"/>
            </a:avLst>
          </a:prstGeom>
          <a:solidFill xmlns:a="http://schemas.openxmlformats.org/drawingml/2006/main">
            <a:srgbClr val="022F51"/>
          </a:solidFill>
          <a:ln xmlns:a="http://schemas.openxmlformats.org/drawingml/2006/main" w="9525">
            <a:solidFill>
              <a:srgbClr val="DDF3FF"/>
            </a:solid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PAP</a:t>
            </a:r>
          </a:p>
        </p:txBody>
      </p:sp>
      <p:sp>
        <p:nvSpPr>
          <p:cNvPr id="7" name="">
            <a:extLst xmlns:a="http://schemas.openxmlformats.org/drawingml/2006/main">
              <a:ext uri="{FF2B5EF4-FFF2-40B4-BE49-F238E27FC236}">
                <a16:creationId xmlns:a16="http://schemas.microsoft.com/office/drawing/2014/main" id="{7340D810-50CD-4B23-B39C-DFA10DF73C1C}"/>
              </a:ext>
            </a:extLst>
          </p:cNvPr>
          <p:cNvSpPr>
            <a:spLocks xmlns:a="http://schemas.openxmlformats.org/drawingml/2006/main" noGrp="1"/>
          </p:cNvSpPr>
          <p:nvPr/>
        </p:nvSpPr>
        <p:spPr>
          <a:xfrm xmlns:a="http://schemas.openxmlformats.org/drawingml/2006/main">
            <a:off x="5095875" y="3019425"/>
            <a:ext cx="2019300" cy="381000"/>
          </a:xfrm>
          <a:prstGeom xmlns:a="http://schemas.openxmlformats.org/drawingml/2006/main" prst="roundRect">
            <a:avLst>
              <a:gd name="adj" fmla="val 50000"/>
            </a:avLst>
          </a:prstGeom>
          <a:solidFill xmlns:a="http://schemas.openxmlformats.org/drawingml/2006/main">
            <a:srgbClr val="022F51"/>
          </a:solidFill>
          <a:ln xmlns:a="http://schemas.openxmlformats.org/drawingml/2006/main" w="9525">
            <a:solidFill>
              <a:srgbClr val="DDF3FF"/>
            </a:solid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Publisert policy</a:t>
            </a:r>
          </a:p>
        </p:txBody>
      </p:sp>
      <p:sp>
        <p:nvSpPr>
          <p:cNvPr id="8" name="">
            <a:extLst xmlns:a="http://schemas.openxmlformats.org/drawingml/2006/main">
              <a:ext uri="{FF2B5EF4-FFF2-40B4-BE49-F238E27FC236}">
                <a16:creationId xmlns:a16="http://schemas.microsoft.com/office/drawing/2014/main" id="{2E8D67A0-7197-4217-9E3C-C60FA883689F}"/>
              </a:ext>
            </a:extLst>
          </p:cNvPr>
          <p:cNvSpPr>
            <a:spLocks xmlns:a="http://schemas.openxmlformats.org/drawingml/2006/main" noGrp="1"/>
          </p:cNvSpPr>
          <p:nvPr/>
        </p:nvSpPr>
        <p:spPr>
          <a:xfrm xmlns:a="http://schemas.openxmlformats.org/drawingml/2006/main">
            <a:off x="9534525" y="3448050"/>
            <a:ext cx="1104900" cy="381000"/>
          </a:xfrm>
          <a:prstGeom xmlns:a="http://schemas.openxmlformats.org/drawingml/2006/main" prst="roundRect">
            <a:avLst>
              <a:gd name="adj" fmla="val 50000"/>
            </a:avLst>
          </a:prstGeom>
          <a:solidFill xmlns:a="http://schemas.openxmlformats.org/drawingml/2006/main">
            <a:srgbClr val="022F51"/>
          </a:solidFill>
          <a:ln xmlns:a="http://schemas.openxmlformats.org/drawingml/2006/main" w="9525">
            <a:solidFill>
              <a:srgbClr val="DDF3FF"/>
            </a:solid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PDP</a:t>
            </a:r>
          </a:p>
        </p:txBody>
      </p:sp>
      <p:sp>
        <p:nvSpPr>
          <p:cNvPr id="9" name="">
            <a:extLst xmlns:a="http://schemas.openxmlformats.org/drawingml/2006/main">
              <a:ext uri="{FF2B5EF4-FFF2-40B4-BE49-F238E27FC236}">
                <a16:creationId xmlns:a16="http://schemas.microsoft.com/office/drawing/2014/main" id="{F0351AC5-E422-433E-B2AC-2D0E79F1A8D8}"/>
              </a:ext>
            </a:extLst>
          </p:cNvPr>
          <p:cNvSpPr>
            <a:spLocks xmlns:a="http://schemas.openxmlformats.org/drawingml/2006/main" noGrp="1"/>
          </p:cNvSpPr>
          <p:nvPr/>
        </p:nvSpPr>
        <p:spPr>
          <a:xfrm xmlns:a="http://schemas.openxmlformats.org/drawingml/2006/main">
            <a:off x="457200" y="6477000"/>
            <a:ext cx="219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l">
              <a:buNone/>
              <a:defRPr sz="825" b="0">
                <a:solidFill>
                  <a:srgbClr val="FFFFFF"/>
                </a:solidFill>
                <a:latin typeface="Arial"/>
                <a:ea typeface="Arial"/>
                <a:cs typeface="Arial"/>
              </a:defRPr>
            </a:pPr>
            <a:r>
              <a:rPr sz="825" b="0">
                <a:solidFill>
                  <a:srgbClr val="FFFFFF"/>
                </a:solidFill>
                <a:latin typeface="Arial"/>
                <a:ea typeface="Arial"/>
                <a:cs typeface="Arial"/>
              </a:rPr>
              <a:t>Altinn Autorisasjon</a:t>
            </a:r>
          </a:p>
        </p:txBody>
      </p:sp>
      <p:sp>
        <p:nvSpPr>
          <p:cNvPr id="10" name="">
            <a:extLst xmlns:a="http://schemas.openxmlformats.org/drawingml/2006/main">
              <a:ext uri="{FF2B5EF4-FFF2-40B4-BE49-F238E27FC236}">
                <a16:creationId xmlns:a16="http://schemas.microsoft.com/office/drawing/2014/main" id="{29D5E3D0-0D2A-4138-B621-53412ADB5A29}"/>
              </a:ext>
            </a:extLst>
          </p:cNvPr>
          <p:cNvSpPr>
            <a:spLocks xmlns:a="http://schemas.openxmlformats.org/drawingml/2006/main" noGrp="1"/>
          </p:cNvSpPr>
          <p:nvPr/>
        </p:nvSpPr>
        <p:spPr>
          <a:xfrm xmlns:a="http://schemas.openxmlformats.org/drawingml/2006/main">
            <a:off x="11239500" y="6457950"/>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r">
              <a:buNone/>
              <a:defRPr sz="825" b="0">
                <a:solidFill>
                  <a:srgbClr val="FFFFFF"/>
                </a:solidFill>
                <a:latin typeface="Arial"/>
                <a:ea typeface="Arial"/>
                <a:cs typeface="Arial"/>
              </a:defRPr>
            </a:pPr>
            <a:r>
              <a:rPr sz="825" b="0">
                <a:solidFill>
                  <a:srgbClr val="FFFFFF"/>
                </a:solidFill>
                <a:latin typeface="Arial"/>
                <a:ea typeface="Arial"/>
                <a:cs typeface="Arial"/>
              </a:rPr>
              <a:t>14</a:t>
            </a:r>
          </a:p>
        </p:txBody>
      </p:sp>
    </p:spTree>
    <p:extLst>
      <p:ext uri="{BB962C8B-B14F-4D97-AF65-F5344CB8AC3E}">
        <p14:creationId xmlns:p14="http://schemas.microsoft.com/office/powerpoint/2010/main" val="30551435"/>
      </p:ext>
    </p:extLst>
  </p:cSld>
</p:sld>
</file>

<file path=ppt/slides/slide15.xml><?xml version="1.0" encoding="utf-8"?>
<p:sld xmlns:p="http://schemas.openxmlformats.org/presentationml/2006/main">
  <p:cSld>
    <p:bg>
      <p:bgPr>
        <a:solidFill xmlns:a="http://schemas.openxmlformats.org/drawingml/2006/main">
          <a:srgbClr val="DDEFF9"/>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d4ff3fdc6f8b4092"/>
          <a:srcRect xmlns:a="http://schemas.openxmlformats.org/drawingml/2006/main" l="0" t="0" r="0" b="0"/>
          <a:stretch xmlns:a="http://schemas.openxmlformats.org/drawingml/2006/main">
            <a:fillRect l="0" t="0" r="0" b="0"/>
          </a:stretch>
        </p:blipFill>
        <p:spPr>
          <a:xfrm xmlns:a="http://schemas.openxmlformats.org/drawingml/2006/main">
            <a:off x="457200" y="1123950"/>
            <a:ext cx="6477000" cy="50292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35A6479-9E8E-4A69-AEAD-F60F453094A8}"/>
              </a:ext>
            </a:extLst>
          </p:cNvPr>
          <p:cNvSpPr>
            <a:spLocks xmlns:a="http://schemas.openxmlformats.org/drawingml/2006/main" noGrp="1"/>
          </p:cNvSpPr>
          <p:nvPr/>
        </p:nvSpPr>
        <p:spPr>
          <a:xfrm xmlns:a="http://schemas.openxmlformats.org/drawingml/2006/main">
            <a:off x="0" y="0"/>
            <a:ext cx="12192000" cy="1009650"/>
          </a:xfrm>
          <a:prstGeom xmlns:a="http://schemas.openxmlformats.org/drawingml/2006/main" prst="rect">
            <a:avLst/>
          </a:prstGeom>
          <a:solidFill xmlns:a="http://schemas.openxmlformats.org/drawingml/2006/main">
            <a:srgbClr val="022F51"/>
          </a:solidFill>
          <a:ln xmlns:a="http://schemas.openxmlformats.org/drawingml/2006/main" w="0">
            <a:solidFill>
              <a:srgbClr val="022F51"/>
            </a:solidFill>
            <a:prstDash val="solid"/>
          </a:ln>
        </p:spPr>
      </p:sp>
      <p:sp>
        <p:nvSpPr>
          <p:cNvPr id="3" name="">
            <a:extLst xmlns:a="http://schemas.openxmlformats.org/drawingml/2006/main">
              <a:ext uri="{FF2B5EF4-FFF2-40B4-BE49-F238E27FC236}">
                <a16:creationId xmlns:a16="http://schemas.microsoft.com/office/drawing/2014/main" id="{BE77B428-9001-48BF-9748-6C6EDCDC22E2}"/>
              </a:ext>
            </a:extLst>
          </p:cNvPr>
          <p:cNvSpPr>
            <a:spLocks xmlns:a="http://schemas.openxmlformats.org/drawingml/2006/main" noGrp="1"/>
          </p:cNvSpPr>
          <p:nvPr/>
        </p:nvSpPr>
        <p:spPr>
          <a:xfrm xmlns:a="http://schemas.openxmlformats.org/drawingml/2006/main">
            <a:off x="0" y="0"/>
            <a:ext cx="114300" cy="1009650"/>
          </a:xfrm>
          <a:prstGeom xmlns:a="http://schemas.openxmlformats.org/drawingml/2006/main" prst="rect">
            <a:avLst/>
          </a:prstGeom>
          <a:solidFill xmlns:a="http://schemas.openxmlformats.org/drawingml/2006/main">
            <a:srgbClr val="0062BA"/>
          </a:solidFill>
          <a:ln xmlns:a="http://schemas.openxmlformats.org/drawingml/2006/main" w="0">
            <a:solidFill>
              <a:srgbClr val="0062BA"/>
            </a:solidFill>
            <a:prstDash val="solid"/>
          </a:ln>
        </p:spPr>
      </p:sp>
      <p:sp>
        <p:nvSpPr>
          <p:cNvPr id="4" name="">
            <a:extLst xmlns:a="http://schemas.openxmlformats.org/drawingml/2006/main">
              <a:ext uri="{FF2B5EF4-FFF2-40B4-BE49-F238E27FC236}">
                <a16:creationId xmlns:a16="http://schemas.microsoft.com/office/drawing/2014/main" id="{EBC7E559-E44D-4E34-82DE-C0A61FD19921}"/>
              </a:ext>
            </a:extLst>
          </p:cNvPr>
          <p:cNvSpPr>
            <a:spLocks xmlns:a="http://schemas.openxmlformats.org/drawingml/2006/main" noGrp="1"/>
          </p:cNvSpPr>
          <p:nvPr/>
        </p:nvSpPr>
        <p:spPr>
          <a:xfrm xmlns:a="http://schemas.openxmlformats.org/drawingml/2006/main">
            <a:off x="438150" y="952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DDF3FF"/>
                </a:solidFill>
                <a:latin typeface="Arial"/>
                <a:ea typeface="Arial"/>
                <a:cs typeface="Arial"/>
              </a:defRPr>
            </a:pPr>
            <a:r>
              <a:rPr sz="975" b="1">
                <a:solidFill>
                  <a:srgbClr val="DDF3FF"/>
                </a:solidFill>
                <a:latin typeface="Arial"/>
                <a:ea typeface="Arial"/>
                <a:cs typeface="Arial"/>
              </a:rPr>
              <a:t>POLICY ADMINISTRATION POINT</a:t>
            </a:r>
          </a:p>
        </p:txBody>
      </p:sp>
      <p:sp>
        <p:nvSpPr>
          <p:cNvPr id="5" name="">
            <a:extLst xmlns:a="http://schemas.openxmlformats.org/drawingml/2006/main">
              <a:ext uri="{FF2B5EF4-FFF2-40B4-BE49-F238E27FC236}">
                <a16:creationId xmlns:a16="http://schemas.microsoft.com/office/drawing/2014/main" id="{5D1E36FA-E84C-49AD-BF49-E1259704A3BB}"/>
              </a:ext>
            </a:extLst>
          </p:cNvPr>
          <p:cNvSpPr>
            <a:spLocks xmlns:a="http://schemas.openxmlformats.org/drawingml/2006/main" noGrp="1"/>
          </p:cNvSpPr>
          <p:nvPr/>
        </p:nvSpPr>
        <p:spPr>
          <a:xfrm xmlns:a="http://schemas.openxmlformats.org/drawingml/2006/main">
            <a:off x="438150" y="3238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625" b="1">
                <a:solidFill>
                  <a:srgbClr val="FFFFFF"/>
                </a:solidFill>
                <a:latin typeface="Arial"/>
                <a:ea typeface="Arial"/>
                <a:cs typeface="Arial"/>
              </a:defRPr>
            </a:pPr>
            <a:r>
              <a:rPr sz="2625" b="1">
                <a:solidFill>
                  <a:srgbClr val="FFFFFF"/>
                </a:solidFill>
                <a:latin typeface="Arial"/>
                <a:ea typeface="Arial"/>
                <a:cs typeface="Arial"/>
              </a:rPr>
              <a:t>Policy defineres i Altinn Studio</a:t>
            </a:r>
          </a:p>
        </p:txBody>
      </p:sp>
      <p:sp>
        <p:nvSpPr>
          <p:cNvPr id="6" name="">
            <a:extLst xmlns:a="http://schemas.openxmlformats.org/drawingml/2006/main">
              <a:ext uri="{FF2B5EF4-FFF2-40B4-BE49-F238E27FC236}">
                <a16:creationId xmlns:a16="http://schemas.microsoft.com/office/drawing/2014/main" id="{615B8169-EAE3-4185-B691-04C2C5212A35}"/>
              </a:ext>
            </a:extLst>
          </p:cNvPr>
          <p:cNvSpPr>
            <a:spLocks xmlns:a="http://schemas.openxmlformats.org/drawingml/2006/main" noGrp="1"/>
          </p:cNvSpPr>
          <p:nvPr/>
        </p:nvSpPr>
        <p:spPr>
          <a:xfrm xmlns:a="http://schemas.openxmlformats.org/drawingml/2006/main">
            <a:off x="457200" y="6477000"/>
            <a:ext cx="219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l">
              <a:buNone/>
              <a:defRPr sz="825" b="0">
                <a:solidFill>
                  <a:srgbClr val="FFFFFF"/>
                </a:solidFill>
                <a:latin typeface="Arial"/>
                <a:ea typeface="Arial"/>
                <a:cs typeface="Arial"/>
              </a:defRPr>
            </a:pPr>
            <a:r>
              <a:rPr sz="825" b="0">
                <a:solidFill>
                  <a:srgbClr val="FFFFFF"/>
                </a:solidFill>
                <a:latin typeface="Arial"/>
                <a:ea typeface="Arial"/>
                <a:cs typeface="Arial"/>
              </a:rPr>
              <a:t>Altinn Autorisasjon</a:t>
            </a:r>
          </a:p>
        </p:txBody>
      </p:sp>
      <p:sp>
        <p:nvSpPr>
          <p:cNvPr id="7" name="">
            <a:extLst xmlns:a="http://schemas.openxmlformats.org/drawingml/2006/main">
              <a:ext uri="{FF2B5EF4-FFF2-40B4-BE49-F238E27FC236}">
                <a16:creationId xmlns:a16="http://schemas.microsoft.com/office/drawing/2014/main" id="{15A739A1-16E7-4D45-B875-01049DC84382}"/>
              </a:ext>
            </a:extLst>
          </p:cNvPr>
          <p:cNvSpPr>
            <a:spLocks xmlns:a="http://schemas.openxmlformats.org/drawingml/2006/main" noGrp="1"/>
          </p:cNvSpPr>
          <p:nvPr/>
        </p:nvSpPr>
        <p:spPr>
          <a:xfrm xmlns:a="http://schemas.openxmlformats.org/drawingml/2006/main">
            <a:off x="11239500" y="6457950"/>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r">
              <a:buNone/>
              <a:defRPr sz="825" b="0">
                <a:solidFill>
                  <a:srgbClr val="FFFFFF"/>
                </a:solidFill>
                <a:latin typeface="Arial"/>
                <a:ea typeface="Arial"/>
                <a:cs typeface="Arial"/>
              </a:defRPr>
            </a:pPr>
            <a:r>
              <a:rPr sz="825" b="0">
                <a:solidFill>
                  <a:srgbClr val="FFFFFF"/>
                </a:solidFill>
                <a:latin typeface="Arial"/>
                <a:ea typeface="Arial"/>
                <a:cs typeface="Arial"/>
              </a:rPr>
              <a:t>15</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f7b4f070705d4a9e"/>
          <a:srcRect xmlns:a="http://schemas.openxmlformats.org/drawingml/2006/main" l="41" t="0" r="41" b="0"/>
          <a:stretch xmlns:a="http://schemas.openxmlformats.org/drawingml/2006/main">
            <a:fillRect l="0" t="0" r="0" b="0"/>
          </a:stretch>
        </p:blipFill>
        <p:spPr>
          <a:xfrm xmlns:a="http://schemas.openxmlformats.org/drawingml/2006/main">
            <a:off x="7162800" y="1123950"/>
            <a:ext cx="4572000" cy="5029200"/>
          </a:xfrm>
          <a:prstGeom xmlns:a="http://schemas.openxmlformats.org/drawingml/2006/main" prst="rect">
            <a:avLst/>
          </a:prstGeom>
        </p:spPr>
      </p:pic>
    </p:spTree>
    <p:extLst>
      <p:ext uri="{BB962C8B-B14F-4D97-AF65-F5344CB8AC3E}">
        <p14:creationId xmlns:p14="http://schemas.microsoft.com/office/powerpoint/2010/main" val="119717969"/>
      </p:ext>
    </p:extLst>
  </p:cSld>
</p:sld>
</file>

<file path=ppt/slides/slide16.xml><?xml version="1.0" encoding="utf-8"?>
<p:sld xmlns:p="http://schemas.openxmlformats.org/presentationml/2006/main">
  <p:cSld>
    <p:bg>
      <p:bgPr>
        <a:solidFill xmlns:a="http://schemas.openxmlformats.org/drawingml/2006/main">
          <a:srgbClr val="022F51"/>
        </a:solidFill>
      </p:bgPr>
    </p:bg>
    <p:spTree>
      <p:nvGrpSpPr>
        <p:cNvPr id="1" name=""/>
        <p:cNvGrpSpPr/>
        <p:nvPr/>
      </p:nvGrpSpPr>
      <p:grpSpPr>
        <a:xfrm xmlns:a="http://schemas.openxmlformats.org/drawingml/2006/main"/>
      </p:grpSpPr>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6937da958d3240d9"/>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CCAD04F-DD60-4D42-BCEA-8A5611E96443}"/>
              </a:ext>
            </a:extLst>
          </p:cNvPr>
          <p:cNvSpPr>
            <a:spLocks xmlns:a="http://schemas.openxmlformats.org/drawingml/2006/main" noGrp="1"/>
          </p:cNvSpPr>
          <p:nvPr/>
        </p:nvSpPr>
        <p:spPr>
          <a:xfrm xmlns:a="http://schemas.openxmlformats.org/drawingml/2006/main">
            <a:off x="0" y="0"/>
            <a:ext cx="12192000" cy="1009650"/>
          </a:xfrm>
          <a:prstGeom xmlns:a="http://schemas.openxmlformats.org/drawingml/2006/main" prst="rect">
            <a:avLst/>
          </a:prstGeom>
          <a:solidFill xmlns:a="http://schemas.openxmlformats.org/drawingml/2006/main">
            <a:srgbClr val="022F51"/>
          </a:solidFill>
          <a:ln xmlns:a="http://schemas.openxmlformats.org/drawingml/2006/main" w="0">
            <a:solidFill>
              <a:srgbClr val="022F51"/>
            </a:solidFill>
            <a:prstDash val="solid"/>
          </a:ln>
        </p:spPr>
      </p:sp>
      <p:sp>
        <p:nvSpPr>
          <p:cNvPr id="3" name="">
            <a:extLst xmlns:a="http://schemas.openxmlformats.org/drawingml/2006/main">
              <a:ext uri="{FF2B5EF4-FFF2-40B4-BE49-F238E27FC236}">
                <a16:creationId xmlns:a16="http://schemas.microsoft.com/office/drawing/2014/main" id="{01B280E6-38BB-444E-931F-36C741F730AA}"/>
              </a:ext>
            </a:extLst>
          </p:cNvPr>
          <p:cNvSpPr>
            <a:spLocks xmlns:a="http://schemas.openxmlformats.org/drawingml/2006/main" noGrp="1"/>
          </p:cNvSpPr>
          <p:nvPr/>
        </p:nvSpPr>
        <p:spPr>
          <a:xfrm xmlns:a="http://schemas.openxmlformats.org/drawingml/2006/main">
            <a:off x="0" y="0"/>
            <a:ext cx="114300" cy="1009650"/>
          </a:xfrm>
          <a:prstGeom xmlns:a="http://schemas.openxmlformats.org/drawingml/2006/main" prst="rect">
            <a:avLst/>
          </a:prstGeom>
          <a:solidFill xmlns:a="http://schemas.openxmlformats.org/drawingml/2006/main">
            <a:srgbClr val="0062BA"/>
          </a:solidFill>
          <a:ln xmlns:a="http://schemas.openxmlformats.org/drawingml/2006/main" w="0">
            <a:solidFill>
              <a:srgbClr val="0062BA"/>
            </a:solidFill>
            <a:prstDash val="solid"/>
          </a:ln>
        </p:spPr>
      </p:sp>
      <p:sp>
        <p:nvSpPr>
          <p:cNvPr id="4" name="">
            <a:extLst xmlns:a="http://schemas.openxmlformats.org/drawingml/2006/main">
              <a:ext uri="{FF2B5EF4-FFF2-40B4-BE49-F238E27FC236}">
                <a16:creationId xmlns:a16="http://schemas.microsoft.com/office/drawing/2014/main" id="{561D2AE5-88F1-4967-95AF-6959622AC8F5}"/>
              </a:ext>
            </a:extLst>
          </p:cNvPr>
          <p:cNvSpPr>
            <a:spLocks xmlns:a="http://schemas.openxmlformats.org/drawingml/2006/main" noGrp="1"/>
          </p:cNvSpPr>
          <p:nvPr/>
        </p:nvSpPr>
        <p:spPr>
          <a:xfrm xmlns:a="http://schemas.openxmlformats.org/drawingml/2006/main">
            <a:off x="438150" y="95250"/>
            <a:ext cx="514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DDF3FF"/>
                </a:solidFill>
                <a:latin typeface="Arial"/>
                <a:ea typeface="Arial"/>
                <a:cs typeface="Arial"/>
              </a:defRPr>
            </a:pPr>
            <a:r>
              <a:rPr sz="975" b="1">
                <a:solidFill>
                  <a:srgbClr val="DDF3FF"/>
                </a:solidFill>
                <a:latin typeface="Arial"/>
                <a:ea typeface="Arial"/>
                <a:cs typeface="Arial"/>
              </a:rPr>
              <a:t>I RUNTIME</a:t>
            </a:r>
          </a:p>
        </p:txBody>
      </p:sp>
      <p:sp>
        <p:nvSpPr>
          <p:cNvPr id="5" name="">
            <a:extLst xmlns:a="http://schemas.openxmlformats.org/drawingml/2006/main">
              <a:ext uri="{FF2B5EF4-FFF2-40B4-BE49-F238E27FC236}">
                <a16:creationId xmlns:a16="http://schemas.microsoft.com/office/drawing/2014/main" id="{B28FBC7F-F2E2-468B-AF9B-725F4D99DF4D}"/>
              </a:ext>
            </a:extLst>
          </p:cNvPr>
          <p:cNvSpPr>
            <a:spLocks xmlns:a="http://schemas.openxmlformats.org/drawingml/2006/main" noGrp="1"/>
          </p:cNvSpPr>
          <p:nvPr/>
        </p:nvSpPr>
        <p:spPr>
          <a:xfrm xmlns:a="http://schemas.openxmlformats.org/drawingml/2006/main">
            <a:off x="438150" y="323850"/>
            <a:ext cx="110680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625" b="1">
                <a:solidFill>
                  <a:srgbClr val="FFFFFF"/>
                </a:solidFill>
                <a:latin typeface="Arial"/>
                <a:ea typeface="Arial"/>
                <a:cs typeface="Arial"/>
              </a:defRPr>
            </a:pPr>
            <a:r>
              <a:rPr sz="2625" b="1">
                <a:solidFill>
                  <a:srgbClr val="FFFFFF"/>
                </a:solidFill>
                <a:latin typeface="Arial"/>
                <a:ea typeface="Arial"/>
                <a:cs typeface="Arial"/>
              </a:rPr>
              <a:t>PEP spør PDP – og håndhever svaret</a:t>
            </a:r>
          </a:p>
        </p:txBody>
      </p:sp>
      <p:sp>
        <p:nvSpPr>
          <p:cNvPr id="6" name="">
            <a:extLst xmlns:a="http://schemas.openxmlformats.org/drawingml/2006/main">
              <a:ext uri="{FF2B5EF4-FFF2-40B4-BE49-F238E27FC236}">
                <a16:creationId xmlns:a16="http://schemas.microsoft.com/office/drawing/2014/main" id="{CB97D6DC-AB70-43F6-9281-7B4DFD24030E}"/>
              </a:ext>
            </a:extLst>
          </p:cNvPr>
          <p:cNvSpPr>
            <a:spLocks xmlns:a="http://schemas.openxmlformats.org/drawingml/2006/main" noGrp="1"/>
          </p:cNvSpPr>
          <p:nvPr/>
        </p:nvSpPr>
        <p:spPr>
          <a:xfrm xmlns:a="http://schemas.openxmlformats.org/drawingml/2006/main">
            <a:off x="647700" y="5219700"/>
            <a:ext cx="1181100" cy="381000"/>
          </a:xfrm>
          <a:prstGeom xmlns:a="http://schemas.openxmlformats.org/drawingml/2006/main" prst="roundRect">
            <a:avLst>
              <a:gd name="adj" fmla="val 50000"/>
            </a:avLst>
          </a:prstGeom>
          <a:solidFill xmlns:a="http://schemas.openxmlformats.org/drawingml/2006/main">
            <a:srgbClr val="022F51"/>
          </a:solidFill>
          <a:ln xmlns:a="http://schemas.openxmlformats.org/drawingml/2006/main" w="9525">
            <a:solidFill>
              <a:srgbClr val="DDF3FF"/>
            </a:solid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Aktør</a:t>
            </a:r>
          </a:p>
        </p:txBody>
      </p:sp>
      <p:sp>
        <p:nvSpPr>
          <p:cNvPr id="7" name="">
            <a:extLst xmlns:a="http://schemas.openxmlformats.org/drawingml/2006/main">
              <a:ext uri="{FF2B5EF4-FFF2-40B4-BE49-F238E27FC236}">
                <a16:creationId xmlns:a16="http://schemas.microsoft.com/office/drawing/2014/main" id="{1DBB0DC1-E7C4-4EE2-8D4C-E8F7AF67868E}"/>
              </a:ext>
            </a:extLst>
          </p:cNvPr>
          <p:cNvSpPr>
            <a:spLocks xmlns:a="http://schemas.openxmlformats.org/drawingml/2006/main" noGrp="1"/>
          </p:cNvSpPr>
          <p:nvPr/>
        </p:nvSpPr>
        <p:spPr>
          <a:xfrm xmlns:a="http://schemas.openxmlformats.org/drawingml/2006/main">
            <a:off x="4638675" y="2419350"/>
            <a:ext cx="1714500" cy="381000"/>
          </a:xfrm>
          <a:prstGeom xmlns:a="http://schemas.openxmlformats.org/drawingml/2006/main" prst="roundRect">
            <a:avLst>
              <a:gd name="adj" fmla="val 50000"/>
            </a:avLst>
          </a:prstGeom>
          <a:solidFill xmlns:a="http://schemas.openxmlformats.org/drawingml/2006/main">
            <a:srgbClr val="022F51"/>
          </a:solidFill>
          <a:ln xmlns:a="http://schemas.openxmlformats.org/drawingml/2006/main" w="9525">
            <a:solidFill>
              <a:srgbClr val="DDF3FF"/>
            </a:solid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PDP · avgjør</a:t>
            </a:r>
          </a:p>
        </p:txBody>
      </p:sp>
      <p:sp>
        <p:nvSpPr>
          <p:cNvPr id="8" name="">
            <a:extLst xmlns:a="http://schemas.openxmlformats.org/drawingml/2006/main">
              <a:ext uri="{FF2B5EF4-FFF2-40B4-BE49-F238E27FC236}">
                <a16:creationId xmlns:a16="http://schemas.microsoft.com/office/drawing/2014/main" id="{A8AC20A9-FB8E-48A0-8A61-AA7539D21703}"/>
              </a:ext>
            </a:extLst>
          </p:cNvPr>
          <p:cNvSpPr>
            <a:spLocks xmlns:a="http://schemas.openxmlformats.org/drawingml/2006/main" noGrp="1"/>
          </p:cNvSpPr>
          <p:nvPr/>
        </p:nvSpPr>
        <p:spPr>
          <a:xfrm xmlns:a="http://schemas.openxmlformats.org/drawingml/2006/main">
            <a:off x="7581900" y="4629150"/>
            <a:ext cx="1981200" cy="381000"/>
          </a:xfrm>
          <a:prstGeom xmlns:a="http://schemas.openxmlformats.org/drawingml/2006/main" prst="roundRect">
            <a:avLst>
              <a:gd name="adj" fmla="val 50000"/>
            </a:avLst>
          </a:prstGeom>
          <a:solidFill xmlns:a="http://schemas.openxmlformats.org/drawingml/2006/main">
            <a:srgbClr val="022F51"/>
          </a:solidFill>
          <a:ln xmlns:a="http://schemas.openxmlformats.org/drawingml/2006/main" w="9525">
            <a:solidFill>
              <a:srgbClr val="DDF3FF"/>
            </a:solid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PEP · håndhever</a:t>
            </a:r>
          </a:p>
        </p:txBody>
      </p:sp>
      <p:sp>
        <p:nvSpPr>
          <p:cNvPr id="9" name="">
            <a:extLst xmlns:a="http://schemas.openxmlformats.org/drawingml/2006/main">
              <a:ext uri="{FF2B5EF4-FFF2-40B4-BE49-F238E27FC236}">
                <a16:creationId xmlns:a16="http://schemas.microsoft.com/office/drawing/2014/main" id="{20B703F3-FD4F-4845-9E49-131B95FDD533}"/>
              </a:ext>
            </a:extLst>
          </p:cNvPr>
          <p:cNvSpPr>
            <a:spLocks xmlns:a="http://schemas.openxmlformats.org/drawingml/2006/main" noGrp="1"/>
          </p:cNvSpPr>
          <p:nvPr/>
        </p:nvSpPr>
        <p:spPr>
          <a:xfrm xmlns:a="http://schemas.openxmlformats.org/drawingml/2006/main">
            <a:off x="10115550" y="5219700"/>
            <a:ext cx="1314450" cy="381000"/>
          </a:xfrm>
          <a:prstGeom xmlns:a="http://schemas.openxmlformats.org/drawingml/2006/main" prst="roundRect">
            <a:avLst>
              <a:gd name="adj" fmla="val 50000"/>
            </a:avLst>
          </a:prstGeom>
          <a:solidFill xmlns:a="http://schemas.openxmlformats.org/drawingml/2006/main">
            <a:srgbClr val="022F51"/>
          </a:solidFill>
          <a:ln xmlns:a="http://schemas.openxmlformats.org/drawingml/2006/main" w="9525">
            <a:solidFill>
              <a:srgbClr val="DDF3FF"/>
            </a:solid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Tjeneste</a:t>
            </a:r>
          </a:p>
        </p:txBody>
      </p:sp>
      <p:sp>
        <p:nvSpPr>
          <p:cNvPr id="10" name="">
            <a:extLst xmlns:a="http://schemas.openxmlformats.org/drawingml/2006/main">
              <a:ext uri="{FF2B5EF4-FFF2-40B4-BE49-F238E27FC236}">
                <a16:creationId xmlns:a16="http://schemas.microsoft.com/office/drawing/2014/main" id="{9BBC4CB5-EB94-4D05-A0D9-038383B7C939}"/>
              </a:ext>
            </a:extLst>
          </p:cNvPr>
          <p:cNvSpPr>
            <a:spLocks xmlns:a="http://schemas.openxmlformats.org/drawingml/2006/main" noGrp="1"/>
          </p:cNvSpPr>
          <p:nvPr/>
        </p:nvSpPr>
        <p:spPr>
          <a:xfrm xmlns:a="http://schemas.openxmlformats.org/drawingml/2006/main">
            <a:off x="457200" y="6477000"/>
            <a:ext cx="219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l">
              <a:buNone/>
              <a:defRPr sz="825" b="0">
                <a:solidFill>
                  <a:srgbClr val="FFFFFF"/>
                </a:solidFill>
                <a:latin typeface="Arial"/>
                <a:ea typeface="Arial"/>
                <a:cs typeface="Arial"/>
              </a:defRPr>
            </a:pPr>
            <a:r>
              <a:rPr sz="825" b="0">
                <a:solidFill>
                  <a:srgbClr val="FFFFFF"/>
                </a:solidFill>
                <a:latin typeface="Arial"/>
                <a:ea typeface="Arial"/>
                <a:cs typeface="Arial"/>
              </a:rPr>
              <a:t>Altinn Autorisasjon</a:t>
            </a:r>
          </a:p>
        </p:txBody>
      </p:sp>
      <p:sp>
        <p:nvSpPr>
          <p:cNvPr id="11" name="">
            <a:extLst xmlns:a="http://schemas.openxmlformats.org/drawingml/2006/main">
              <a:ext uri="{FF2B5EF4-FFF2-40B4-BE49-F238E27FC236}">
                <a16:creationId xmlns:a16="http://schemas.microsoft.com/office/drawing/2014/main" id="{0BD70FD0-0513-49D5-A5D7-7FDF48550A82}"/>
              </a:ext>
            </a:extLst>
          </p:cNvPr>
          <p:cNvSpPr>
            <a:spLocks xmlns:a="http://schemas.openxmlformats.org/drawingml/2006/main" noGrp="1"/>
          </p:cNvSpPr>
          <p:nvPr/>
        </p:nvSpPr>
        <p:spPr>
          <a:xfrm xmlns:a="http://schemas.openxmlformats.org/drawingml/2006/main">
            <a:off x="11239500" y="6457950"/>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r">
              <a:buNone/>
              <a:defRPr sz="825" b="0">
                <a:solidFill>
                  <a:srgbClr val="FFFFFF"/>
                </a:solidFill>
                <a:latin typeface="Arial"/>
                <a:ea typeface="Arial"/>
                <a:cs typeface="Arial"/>
              </a:defRPr>
            </a:pPr>
            <a:r>
              <a:rPr sz="825" b="0">
                <a:solidFill>
                  <a:srgbClr val="FFFFFF"/>
                </a:solidFill>
                <a:latin typeface="Arial"/>
                <a:ea typeface="Arial"/>
                <a:cs typeface="Arial"/>
              </a:rPr>
              <a:t>16</a:t>
            </a:r>
          </a:p>
        </p:txBody>
      </p:sp>
    </p:spTree>
    <p:extLst>
      <p:ext uri="{BB962C8B-B14F-4D97-AF65-F5344CB8AC3E}">
        <p14:creationId xmlns:p14="http://schemas.microsoft.com/office/powerpoint/2010/main" val="30551435"/>
      </p:ext>
    </p:extLst>
  </p:cSld>
</p:sld>
</file>

<file path=ppt/slides/slide17.xml><?xml version="1.0" encoding="utf-8"?>
<p:sld xmlns:p="http://schemas.openxmlformats.org/presentationml/2006/main">
  <p:cSld>
    <p:bg>
      <p:bgPr>
        <a:solidFill xmlns:a="http://schemas.openxmlformats.org/drawingml/2006/main">
          <a:srgbClr val="022F51"/>
        </a:solidFill>
      </p:bgPr>
    </p:bg>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73e8e70f45164c49"/>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CB69FD8-15D6-4CAE-BDAE-0C6BC15E279E}"/>
              </a:ext>
            </a:extLst>
          </p:cNvPr>
          <p:cNvSpPr>
            <a:spLocks xmlns:a="http://schemas.openxmlformats.org/drawingml/2006/main" noGrp="1"/>
          </p:cNvSpPr>
          <p:nvPr/>
        </p:nvSpPr>
        <p:spPr>
          <a:xfrm xmlns:a="http://schemas.openxmlformats.org/drawingml/2006/main">
            <a:off x="0" y="0"/>
            <a:ext cx="12192000" cy="1009650"/>
          </a:xfrm>
          <a:prstGeom xmlns:a="http://schemas.openxmlformats.org/drawingml/2006/main" prst="rect">
            <a:avLst/>
          </a:prstGeom>
          <a:solidFill xmlns:a="http://schemas.openxmlformats.org/drawingml/2006/main">
            <a:srgbClr val="022F51"/>
          </a:solidFill>
          <a:ln xmlns:a="http://schemas.openxmlformats.org/drawingml/2006/main" w="0">
            <a:solidFill>
              <a:srgbClr val="022F51"/>
            </a:solidFill>
            <a:prstDash val="solid"/>
          </a:ln>
        </p:spPr>
      </p:sp>
      <p:sp>
        <p:nvSpPr>
          <p:cNvPr id="3" name="">
            <a:extLst xmlns:a="http://schemas.openxmlformats.org/drawingml/2006/main">
              <a:ext uri="{FF2B5EF4-FFF2-40B4-BE49-F238E27FC236}">
                <a16:creationId xmlns:a16="http://schemas.microsoft.com/office/drawing/2014/main" id="{53FBAD9C-256E-403D-9443-342D957E23D4}"/>
              </a:ext>
            </a:extLst>
          </p:cNvPr>
          <p:cNvSpPr>
            <a:spLocks xmlns:a="http://schemas.openxmlformats.org/drawingml/2006/main" noGrp="1"/>
          </p:cNvSpPr>
          <p:nvPr/>
        </p:nvSpPr>
        <p:spPr>
          <a:xfrm xmlns:a="http://schemas.openxmlformats.org/drawingml/2006/main">
            <a:off x="0" y="0"/>
            <a:ext cx="114300" cy="1009650"/>
          </a:xfrm>
          <a:prstGeom xmlns:a="http://schemas.openxmlformats.org/drawingml/2006/main" prst="rect">
            <a:avLst/>
          </a:prstGeom>
          <a:solidFill xmlns:a="http://schemas.openxmlformats.org/drawingml/2006/main">
            <a:srgbClr val="0062BA"/>
          </a:solidFill>
          <a:ln xmlns:a="http://schemas.openxmlformats.org/drawingml/2006/main" w="0">
            <a:solidFill>
              <a:srgbClr val="0062BA"/>
            </a:solidFill>
            <a:prstDash val="solid"/>
          </a:ln>
        </p:spPr>
      </p:sp>
      <p:sp>
        <p:nvSpPr>
          <p:cNvPr id="4" name="">
            <a:extLst xmlns:a="http://schemas.openxmlformats.org/drawingml/2006/main">
              <a:ext uri="{FF2B5EF4-FFF2-40B4-BE49-F238E27FC236}">
                <a16:creationId xmlns:a16="http://schemas.microsoft.com/office/drawing/2014/main" id="{4FEA2F11-4D13-47D1-964F-979CAE0B392F}"/>
              </a:ext>
            </a:extLst>
          </p:cNvPr>
          <p:cNvSpPr>
            <a:spLocks xmlns:a="http://schemas.openxmlformats.org/drawingml/2006/main" noGrp="1"/>
          </p:cNvSpPr>
          <p:nvPr/>
        </p:nvSpPr>
        <p:spPr>
          <a:xfrm xmlns:a="http://schemas.openxmlformats.org/drawingml/2006/main">
            <a:off x="438150" y="95250"/>
            <a:ext cx="514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DDF3FF"/>
                </a:solidFill>
                <a:latin typeface="Arial"/>
                <a:ea typeface="Arial"/>
                <a:cs typeface="Arial"/>
              </a:defRPr>
            </a:pPr>
            <a:r>
              <a:rPr sz="975" b="1">
                <a:solidFill>
                  <a:srgbClr val="DDF3FF"/>
                </a:solidFill>
                <a:latin typeface="Arial"/>
                <a:ea typeface="Arial"/>
                <a:cs typeface="Arial"/>
              </a:rPr>
              <a:t>TILGANGSSTYRING</a:t>
            </a:r>
          </a:p>
        </p:txBody>
      </p:sp>
      <p:sp>
        <p:nvSpPr>
          <p:cNvPr id="5" name="">
            <a:extLst xmlns:a="http://schemas.openxmlformats.org/drawingml/2006/main">
              <a:ext uri="{FF2B5EF4-FFF2-40B4-BE49-F238E27FC236}">
                <a16:creationId xmlns:a16="http://schemas.microsoft.com/office/drawing/2014/main" id="{C1F3F93B-0B4F-4531-A276-1BDFA0398C81}"/>
              </a:ext>
            </a:extLst>
          </p:cNvPr>
          <p:cNvSpPr>
            <a:spLocks xmlns:a="http://schemas.openxmlformats.org/drawingml/2006/main" noGrp="1"/>
          </p:cNvSpPr>
          <p:nvPr/>
        </p:nvSpPr>
        <p:spPr>
          <a:xfrm xmlns:a="http://schemas.openxmlformats.org/drawingml/2006/main">
            <a:off x="438150" y="323850"/>
            <a:ext cx="110680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625" b="1">
                <a:solidFill>
                  <a:srgbClr val="FFFFFF"/>
                </a:solidFill>
                <a:latin typeface="Arial"/>
                <a:ea typeface="Arial"/>
                <a:cs typeface="Arial"/>
              </a:defRPr>
            </a:pPr>
            <a:r>
              <a:rPr sz="2625" b="1">
                <a:solidFill>
                  <a:srgbClr val="FFFFFF"/>
                </a:solidFill>
                <a:latin typeface="Arial"/>
                <a:ea typeface="Arial"/>
                <a:cs typeface="Arial"/>
              </a:rPr>
              <a:t>Offisiell rolle gir myndighet til å delegere</a:t>
            </a:r>
          </a:p>
        </p:txBody>
      </p:sp>
      <p:sp>
        <p:nvSpPr>
          <p:cNvPr id="6" name="">
            <a:extLst xmlns:a="http://schemas.openxmlformats.org/drawingml/2006/main">
              <a:ext uri="{FF2B5EF4-FFF2-40B4-BE49-F238E27FC236}">
                <a16:creationId xmlns:a16="http://schemas.microsoft.com/office/drawing/2014/main" id="{F2271719-D83E-467B-ABAF-01FA27CB77B8}"/>
              </a:ext>
            </a:extLst>
          </p:cNvPr>
          <p:cNvSpPr>
            <a:spLocks xmlns:a="http://schemas.openxmlformats.org/drawingml/2006/main" noGrp="1"/>
          </p:cNvSpPr>
          <p:nvPr/>
        </p:nvSpPr>
        <p:spPr>
          <a:xfrm xmlns:a="http://schemas.openxmlformats.org/drawingml/2006/main">
            <a:off x="666750" y="5029200"/>
            <a:ext cx="2057400" cy="381000"/>
          </a:xfrm>
          <a:prstGeom xmlns:a="http://schemas.openxmlformats.org/drawingml/2006/main" prst="roundRect">
            <a:avLst>
              <a:gd name="adj" fmla="val 50000"/>
            </a:avLst>
          </a:prstGeom>
          <a:solidFill xmlns:a="http://schemas.openxmlformats.org/drawingml/2006/main">
            <a:srgbClr val="022F51"/>
          </a:solidFill>
          <a:ln xmlns:a="http://schemas.openxmlformats.org/drawingml/2006/main" w="9525">
            <a:solidFill>
              <a:srgbClr val="DDF3FF"/>
            </a:solid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Enhetsregisteret</a:t>
            </a:r>
          </a:p>
        </p:txBody>
      </p:sp>
      <p:sp>
        <p:nvSpPr>
          <p:cNvPr id="7" name="">
            <a:extLst xmlns:a="http://schemas.openxmlformats.org/drawingml/2006/main">
              <a:ext uri="{FF2B5EF4-FFF2-40B4-BE49-F238E27FC236}">
                <a16:creationId xmlns:a16="http://schemas.microsoft.com/office/drawing/2014/main" id="{BE77131F-F65A-4994-BA1C-E756404EA41B}"/>
              </a:ext>
            </a:extLst>
          </p:cNvPr>
          <p:cNvSpPr>
            <a:spLocks xmlns:a="http://schemas.openxmlformats.org/drawingml/2006/main" noGrp="1"/>
          </p:cNvSpPr>
          <p:nvPr/>
        </p:nvSpPr>
        <p:spPr>
          <a:xfrm xmlns:a="http://schemas.openxmlformats.org/drawingml/2006/main">
            <a:off x="4905375" y="3790950"/>
            <a:ext cx="1771650" cy="381000"/>
          </a:xfrm>
          <a:prstGeom xmlns:a="http://schemas.openxmlformats.org/drawingml/2006/main" prst="roundRect">
            <a:avLst>
              <a:gd name="adj" fmla="val 50000"/>
            </a:avLst>
          </a:prstGeom>
          <a:solidFill xmlns:a="http://schemas.openxmlformats.org/drawingml/2006/main">
            <a:srgbClr val="022F51"/>
          </a:solidFill>
          <a:ln xmlns:a="http://schemas.openxmlformats.org/drawingml/2006/main" w="9525">
            <a:solidFill>
              <a:srgbClr val="DDF3FF"/>
            </a:solid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Daglig leder</a:t>
            </a:r>
          </a:p>
        </p:txBody>
      </p:sp>
      <p:sp>
        <p:nvSpPr>
          <p:cNvPr id="8" name="">
            <a:extLst xmlns:a="http://schemas.openxmlformats.org/drawingml/2006/main">
              <a:ext uri="{FF2B5EF4-FFF2-40B4-BE49-F238E27FC236}">
                <a16:creationId xmlns:a16="http://schemas.microsoft.com/office/drawing/2014/main" id="{692D81BB-9AC2-48AB-B724-D89C82423067}"/>
              </a:ext>
            </a:extLst>
          </p:cNvPr>
          <p:cNvSpPr>
            <a:spLocks xmlns:a="http://schemas.openxmlformats.org/drawingml/2006/main" noGrp="1"/>
          </p:cNvSpPr>
          <p:nvPr/>
        </p:nvSpPr>
        <p:spPr>
          <a:xfrm xmlns:a="http://schemas.openxmlformats.org/drawingml/2006/main">
            <a:off x="9124950" y="5029200"/>
            <a:ext cx="1581150" cy="381000"/>
          </a:xfrm>
          <a:prstGeom xmlns:a="http://schemas.openxmlformats.org/drawingml/2006/main" prst="roundRect">
            <a:avLst>
              <a:gd name="adj" fmla="val 50000"/>
            </a:avLst>
          </a:prstGeom>
          <a:solidFill xmlns:a="http://schemas.openxmlformats.org/drawingml/2006/main">
            <a:srgbClr val="022F51"/>
          </a:solidFill>
          <a:ln xmlns:a="http://schemas.openxmlformats.org/drawingml/2006/main" w="9525">
            <a:solidFill>
              <a:srgbClr val="DDF3FF"/>
            </a:solid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Delegasjon</a:t>
            </a:r>
          </a:p>
        </p:txBody>
      </p:sp>
      <p:sp>
        <p:nvSpPr>
          <p:cNvPr id="9" name="">
            <a:extLst xmlns:a="http://schemas.openxmlformats.org/drawingml/2006/main">
              <a:ext uri="{FF2B5EF4-FFF2-40B4-BE49-F238E27FC236}">
                <a16:creationId xmlns:a16="http://schemas.microsoft.com/office/drawing/2014/main" id="{5FBA807C-D120-42F2-86F9-CC9B9F9259D6}"/>
              </a:ext>
            </a:extLst>
          </p:cNvPr>
          <p:cNvSpPr>
            <a:spLocks xmlns:a="http://schemas.openxmlformats.org/drawingml/2006/main" noGrp="1"/>
          </p:cNvSpPr>
          <p:nvPr/>
        </p:nvSpPr>
        <p:spPr>
          <a:xfrm xmlns:a="http://schemas.openxmlformats.org/drawingml/2006/main">
            <a:off x="457200" y="6477000"/>
            <a:ext cx="219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l">
              <a:buNone/>
              <a:defRPr sz="825" b="0">
                <a:solidFill>
                  <a:srgbClr val="FFFFFF"/>
                </a:solidFill>
                <a:latin typeface="Arial"/>
                <a:ea typeface="Arial"/>
                <a:cs typeface="Arial"/>
              </a:defRPr>
            </a:pPr>
            <a:r>
              <a:rPr sz="825" b="0">
                <a:solidFill>
                  <a:srgbClr val="FFFFFF"/>
                </a:solidFill>
                <a:latin typeface="Arial"/>
                <a:ea typeface="Arial"/>
                <a:cs typeface="Arial"/>
              </a:rPr>
              <a:t>Altinn Autorisasjon</a:t>
            </a:r>
          </a:p>
        </p:txBody>
      </p:sp>
      <p:sp>
        <p:nvSpPr>
          <p:cNvPr id="10" name="">
            <a:extLst xmlns:a="http://schemas.openxmlformats.org/drawingml/2006/main">
              <a:ext uri="{FF2B5EF4-FFF2-40B4-BE49-F238E27FC236}">
                <a16:creationId xmlns:a16="http://schemas.microsoft.com/office/drawing/2014/main" id="{B59D2CA2-D7E2-43EE-93EC-13D977AEC3EF}"/>
              </a:ext>
            </a:extLst>
          </p:cNvPr>
          <p:cNvSpPr>
            <a:spLocks xmlns:a="http://schemas.openxmlformats.org/drawingml/2006/main" noGrp="1"/>
          </p:cNvSpPr>
          <p:nvPr/>
        </p:nvSpPr>
        <p:spPr>
          <a:xfrm xmlns:a="http://schemas.openxmlformats.org/drawingml/2006/main">
            <a:off x="11239500" y="6457950"/>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r">
              <a:buNone/>
              <a:defRPr sz="825" b="0">
                <a:solidFill>
                  <a:srgbClr val="FFFFFF"/>
                </a:solidFill>
                <a:latin typeface="Arial"/>
                <a:ea typeface="Arial"/>
                <a:cs typeface="Arial"/>
              </a:defRPr>
            </a:pPr>
            <a:r>
              <a:rPr sz="825" b="0">
                <a:solidFill>
                  <a:srgbClr val="FFFFFF"/>
                </a:solidFill>
                <a:latin typeface="Arial"/>
                <a:ea typeface="Arial"/>
                <a:cs typeface="Arial"/>
              </a:rPr>
              <a:t>17</a:t>
            </a:r>
          </a:p>
        </p:txBody>
      </p:sp>
    </p:spTree>
    <p:extLst>
      <p:ext uri="{BB962C8B-B14F-4D97-AF65-F5344CB8AC3E}">
        <p14:creationId xmlns:p14="http://schemas.microsoft.com/office/powerpoint/2010/main" val="30551435"/>
      </p:ext>
    </p:extLst>
  </p:cSld>
</p:sld>
</file>

<file path=ppt/slides/slide18.xml><?xml version="1.0" encoding="utf-8"?>
<p:sld xmlns:p="http://schemas.openxmlformats.org/presentationml/2006/main">
  <p:cSld>
    <p:bg>
      <p:bgPr>
        <a:solidFill xmlns:a="http://schemas.openxmlformats.org/drawingml/2006/main">
          <a:srgbClr val="DDEFF9"/>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c95832e238eb43e5"/>
          <a:srcRect xmlns:a="http://schemas.openxmlformats.org/drawingml/2006/main" l="0" t="12000" r="0" b="10000"/>
          <a:stretch xmlns:a="http://schemas.openxmlformats.org/drawingml/2006/main">
            <a:fillRect l="0" t="0" r="0" b="0"/>
          </a:stretch>
        </p:blipFill>
        <p:spPr>
          <a:xfrm xmlns:a="http://schemas.openxmlformats.org/drawingml/2006/main">
            <a:off x="1143000" y="1009650"/>
            <a:ext cx="9906000" cy="58483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35A6479-9E8E-4A69-AEAD-F60F453094A8}"/>
              </a:ext>
            </a:extLst>
          </p:cNvPr>
          <p:cNvSpPr>
            <a:spLocks xmlns:a="http://schemas.openxmlformats.org/drawingml/2006/main" noGrp="1"/>
          </p:cNvSpPr>
          <p:nvPr/>
        </p:nvSpPr>
        <p:spPr>
          <a:xfrm xmlns:a="http://schemas.openxmlformats.org/drawingml/2006/main">
            <a:off x="0" y="0"/>
            <a:ext cx="12192000" cy="1009650"/>
          </a:xfrm>
          <a:prstGeom xmlns:a="http://schemas.openxmlformats.org/drawingml/2006/main" prst="rect">
            <a:avLst/>
          </a:prstGeom>
          <a:solidFill xmlns:a="http://schemas.openxmlformats.org/drawingml/2006/main">
            <a:srgbClr val="022F51"/>
          </a:solidFill>
          <a:ln xmlns:a="http://schemas.openxmlformats.org/drawingml/2006/main" w="0">
            <a:solidFill>
              <a:srgbClr val="022F51"/>
            </a:solidFill>
            <a:prstDash val="solid"/>
          </a:ln>
        </p:spPr>
      </p:sp>
      <p:sp>
        <p:nvSpPr>
          <p:cNvPr id="3" name="">
            <a:extLst xmlns:a="http://schemas.openxmlformats.org/drawingml/2006/main">
              <a:ext uri="{FF2B5EF4-FFF2-40B4-BE49-F238E27FC236}">
                <a16:creationId xmlns:a16="http://schemas.microsoft.com/office/drawing/2014/main" id="{BE77B428-9001-48BF-9748-6C6EDCDC22E2}"/>
              </a:ext>
            </a:extLst>
          </p:cNvPr>
          <p:cNvSpPr>
            <a:spLocks xmlns:a="http://schemas.openxmlformats.org/drawingml/2006/main" noGrp="1"/>
          </p:cNvSpPr>
          <p:nvPr/>
        </p:nvSpPr>
        <p:spPr>
          <a:xfrm xmlns:a="http://schemas.openxmlformats.org/drawingml/2006/main">
            <a:off x="0" y="0"/>
            <a:ext cx="114300" cy="1009650"/>
          </a:xfrm>
          <a:prstGeom xmlns:a="http://schemas.openxmlformats.org/drawingml/2006/main" prst="rect">
            <a:avLst/>
          </a:prstGeom>
          <a:solidFill xmlns:a="http://schemas.openxmlformats.org/drawingml/2006/main">
            <a:srgbClr val="0062BA"/>
          </a:solidFill>
          <a:ln xmlns:a="http://schemas.openxmlformats.org/drawingml/2006/main" w="0">
            <a:solidFill>
              <a:srgbClr val="0062BA"/>
            </a:solidFill>
            <a:prstDash val="solid"/>
          </a:ln>
        </p:spPr>
      </p:sp>
      <p:sp>
        <p:nvSpPr>
          <p:cNvPr id="4" name="">
            <a:extLst xmlns:a="http://schemas.openxmlformats.org/drawingml/2006/main">
              <a:ext uri="{FF2B5EF4-FFF2-40B4-BE49-F238E27FC236}">
                <a16:creationId xmlns:a16="http://schemas.microsoft.com/office/drawing/2014/main" id="{EBC7E559-E44D-4E34-82DE-C0A61FD19921}"/>
              </a:ext>
            </a:extLst>
          </p:cNvPr>
          <p:cNvSpPr>
            <a:spLocks xmlns:a="http://schemas.openxmlformats.org/drawingml/2006/main" noGrp="1"/>
          </p:cNvSpPr>
          <p:nvPr/>
        </p:nvSpPr>
        <p:spPr>
          <a:xfrm xmlns:a="http://schemas.openxmlformats.org/drawingml/2006/main">
            <a:off x="438150" y="952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DDF3FF"/>
                </a:solidFill>
                <a:latin typeface="Arial"/>
                <a:ea typeface="Arial"/>
                <a:cs typeface="Arial"/>
              </a:defRPr>
            </a:pPr>
            <a:r>
              <a:rPr sz="975" b="1">
                <a:solidFill>
                  <a:srgbClr val="DDF3FF"/>
                </a:solidFill>
                <a:latin typeface="Arial"/>
                <a:ea typeface="Arial"/>
                <a:cs typeface="Arial"/>
              </a:rPr>
              <a:t>TILGANGSSTYRING</a:t>
            </a:r>
          </a:p>
        </p:txBody>
      </p:sp>
      <p:sp>
        <p:nvSpPr>
          <p:cNvPr id="5" name="">
            <a:extLst xmlns:a="http://schemas.openxmlformats.org/drawingml/2006/main">
              <a:ext uri="{FF2B5EF4-FFF2-40B4-BE49-F238E27FC236}">
                <a16:creationId xmlns:a16="http://schemas.microsoft.com/office/drawing/2014/main" id="{5D1E36FA-E84C-49AD-BF49-E1259704A3BB}"/>
              </a:ext>
            </a:extLst>
          </p:cNvPr>
          <p:cNvSpPr>
            <a:spLocks xmlns:a="http://schemas.openxmlformats.org/drawingml/2006/main" noGrp="1"/>
          </p:cNvSpPr>
          <p:nvPr/>
        </p:nvSpPr>
        <p:spPr>
          <a:xfrm xmlns:a="http://schemas.openxmlformats.org/drawingml/2006/main">
            <a:off x="438150" y="3238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625" b="1">
                <a:solidFill>
                  <a:srgbClr val="FFFFFF"/>
                </a:solidFill>
                <a:latin typeface="Arial"/>
                <a:ea typeface="Arial"/>
                <a:cs typeface="Arial"/>
              </a:defRPr>
            </a:pPr>
            <a:r>
              <a:rPr sz="2625" b="1">
                <a:solidFill>
                  <a:srgbClr val="FFFFFF"/>
                </a:solidFill>
                <a:latin typeface="Arial"/>
                <a:ea typeface="Arial"/>
                <a:cs typeface="Arial"/>
              </a:rPr>
              <a:t>Brukeroversikten viser hvem som kan handle for virksomheten</a:t>
            </a:r>
          </a:p>
        </p:txBody>
      </p:sp>
      <p:sp>
        <p:nvSpPr>
          <p:cNvPr id="6" name="">
            <a:extLst xmlns:a="http://schemas.openxmlformats.org/drawingml/2006/main">
              <a:ext uri="{FF2B5EF4-FFF2-40B4-BE49-F238E27FC236}">
                <a16:creationId xmlns:a16="http://schemas.microsoft.com/office/drawing/2014/main" id="{615B8169-EAE3-4185-B691-04C2C5212A35}"/>
              </a:ext>
            </a:extLst>
          </p:cNvPr>
          <p:cNvSpPr>
            <a:spLocks xmlns:a="http://schemas.openxmlformats.org/drawingml/2006/main" noGrp="1"/>
          </p:cNvSpPr>
          <p:nvPr/>
        </p:nvSpPr>
        <p:spPr>
          <a:xfrm xmlns:a="http://schemas.openxmlformats.org/drawingml/2006/main">
            <a:off x="457200" y="6477000"/>
            <a:ext cx="219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l">
              <a:buNone/>
              <a:defRPr sz="825" b="0">
                <a:solidFill>
                  <a:srgbClr val="FFFFFF"/>
                </a:solidFill>
                <a:latin typeface="Arial"/>
                <a:ea typeface="Arial"/>
                <a:cs typeface="Arial"/>
              </a:defRPr>
            </a:pPr>
            <a:r>
              <a:rPr sz="825" b="0">
                <a:solidFill>
                  <a:srgbClr val="FFFFFF"/>
                </a:solidFill>
                <a:latin typeface="Arial"/>
                <a:ea typeface="Arial"/>
                <a:cs typeface="Arial"/>
              </a:rPr>
              <a:t>Altinn Autorisasjon</a:t>
            </a:r>
          </a:p>
        </p:txBody>
      </p:sp>
      <p:sp>
        <p:nvSpPr>
          <p:cNvPr id="7" name="">
            <a:extLst xmlns:a="http://schemas.openxmlformats.org/drawingml/2006/main">
              <a:ext uri="{FF2B5EF4-FFF2-40B4-BE49-F238E27FC236}">
                <a16:creationId xmlns:a16="http://schemas.microsoft.com/office/drawing/2014/main" id="{15A739A1-16E7-4D45-B875-01049DC84382}"/>
              </a:ext>
            </a:extLst>
          </p:cNvPr>
          <p:cNvSpPr>
            <a:spLocks xmlns:a="http://schemas.openxmlformats.org/drawingml/2006/main" noGrp="1"/>
          </p:cNvSpPr>
          <p:nvPr/>
        </p:nvSpPr>
        <p:spPr>
          <a:xfrm xmlns:a="http://schemas.openxmlformats.org/drawingml/2006/main">
            <a:off x="11239500" y="6457950"/>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r">
              <a:buNone/>
              <a:defRPr sz="825" b="0">
                <a:solidFill>
                  <a:srgbClr val="FFFFFF"/>
                </a:solidFill>
                <a:latin typeface="Arial"/>
                <a:ea typeface="Arial"/>
                <a:cs typeface="Arial"/>
              </a:defRPr>
            </a:pPr>
            <a:r>
              <a:rPr sz="825" b="0">
                <a:solidFill>
                  <a:srgbClr val="FFFFFF"/>
                </a:solidFill>
                <a:latin typeface="Arial"/>
                <a:ea typeface="Arial"/>
                <a:cs typeface="Arial"/>
              </a:rPr>
              <a:t>18</a:t>
            </a:r>
          </a:p>
        </p:txBody>
      </p:sp>
    </p:spTree>
    <p:extLst>
      <p:ext uri="{BB962C8B-B14F-4D97-AF65-F5344CB8AC3E}">
        <p14:creationId xmlns:p14="http://schemas.microsoft.com/office/powerpoint/2010/main" val="119717969"/>
      </p:ext>
    </p:extLst>
  </p:cSld>
</p:sld>
</file>

<file path=ppt/slides/slide19.xml><?xml version="1.0" encoding="utf-8"?>
<p:sld xmlns:p="http://schemas.openxmlformats.org/presentationml/2006/main">
  <p:cSld>
    <p:bg>
      <p:bgPr>
        <a:solidFill xmlns:a="http://schemas.openxmlformats.org/drawingml/2006/main">
          <a:srgbClr val="022F51"/>
        </a:solidFill>
      </p:bgPr>
    </p:bg>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e9d23f9c9f9e4bc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6469F19-54EA-4C43-A522-7FFF97154C4E}"/>
              </a:ext>
            </a:extLst>
          </p:cNvPr>
          <p:cNvSpPr>
            <a:spLocks xmlns:a="http://schemas.openxmlformats.org/drawingml/2006/main" noGrp="1"/>
          </p:cNvSpPr>
          <p:nvPr/>
        </p:nvSpPr>
        <p:spPr>
          <a:xfrm xmlns:a="http://schemas.openxmlformats.org/drawingml/2006/main">
            <a:off x="0" y="0"/>
            <a:ext cx="12192000" cy="1009650"/>
          </a:xfrm>
          <a:prstGeom xmlns:a="http://schemas.openxmlformats.org/drawingml/2006/main" prst="rect">
            <a:avLst/>
          </a:prstGeom>
          <a:solidFill xmlns:a="http://schemas.openxmlformats.org/drawingml/2006/main">
            <a:srgbClr val="022F51"/>
          </a:solidFill>
          <a:ln xmlns:a="http://schemas.openxmlformats.org/drawingml/2006/main" w="0">
            <a:solidFill>
              <a:srgbClr val="022F51"/>
            </a:solidFill>
            <a:prstDash val="solid"/>
          </a:ln>
        </p:spPr>
      </p:sp>
      <p:sp>
        <p:nvSpPr>
          <p:cNvPr id="3" name="">
            <a:extLst xmlns:a="http://schemas.openxmlformats.org/drawingml/2006/main">
              <a:ext uri="{FF2B5EF4-FFF2-40B4-BE49-F238E27FC236}">
                <a16:creationId xmlns:a16="http://schemas.microsoft.com/office/drawing/2014/main" id="{8FFF0BC1-C723-4AF1-854E-F179BB0A96C2}"/>
              </a:ext>
            </a:extLst>
          </p:cNvPr>
          <p:cNvSpPr>
            <a:spLocks xmlns:a="http://schemas.openxmlformats.org/drawingml/2006/main" noGrp="1"/>
          </p:cNvSpPr>
          <p:nvPr/>
        </p:nvSpPr>
        <p:spPr>
          <a:xfrm xmlns:a="http://schemas.openxmlformats.org/drawingml/2006/main">
            <a:off x="0" y="0"/>
            <a:ext cx="114300" cy="1009650"/>
          </a:xfrm>
          <a:prstGeom xmlns:a="http://schemas.openxmlformats.org/drawingml/2006/main" prst="rect">
            <a:avLst/>
          </a:prstGeom>
          <a:solidFill xmlns:a="http://schemas.openxmlformats.org/drawingml/2006/main">
            <a:srgbClr val="0062BA"/>
          </a:solidFill>
          <a:ln xmlns:a="http://schemas.openxmlformats.org/drawingml/2006/main" w="0">
            <a:solidFill>
              <a:srgbClr val="0062BA"/>
            </a:solidFill>
            <a:prstDash val="solid"/>
          </a:ln>
        </p:spPr>
      </p:sp>
      <p:sp>
        <p:nvSpPr>
          <p:cNvPr id="4" name="">
            <a:extLst xmlns:a="http://schemas.openxmlformats.org/drawingml/2006/main">
              <a:ext uri="{FF2B5EF4-FFF2-40B4-BE49-F238E27FC236}">
                <a16:creationId xmlns:a16="http://schemas.microsoft.com/office/drawing/2014/main" id="{4AB20F35-5E15-488F-BE93-8EE5D5D69720}"/>
              </a:ext>
            </a:extLst>
          </p:cNvPr>
          <p:cNvSpPr>
            <a:spLocks xmlns:a="http://schemas.openxmlformats.org/drawingml/2006/main" noGrp="1"/>
          </p:cNvSpPr>
          <p:nvPr/>
        </p:nvSpPr>
        <p:spPr>
          <a:xfrm xmlns:a="http://schemas.openxmlformats.org/drawingml/2006/main">
            <a:off x="438150" y="95250"/>
            <a:ext cx="514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DDF3FF"/>
                </a:solidFill>
                <a:latin typeface="Arial"/>
                <a:ea typeface="Arial"/>
                <a:cs typeface="Arial"/>
              </a:defRPr>
            </a:pPr>
            <a:r>
              <a:rPr sz="975" b="1">
                <a:solidFill>
                  <a:srgbClr val="DDF3FF"/>
                </a:solidFill>
                <a:latin typeface="Arial"/>
                <a:ea typeface="Arial"/>
                <a:cs typeface="Arial"/>
              </a:rPr>
              <a:t>TO MÅTER Å DELEGERE</a:t>
            </a:r>
          </a:p>
        </p:txBody>
      </p:sp>
      <p:sp>
        <p:nvSpPr>
          <p:cNvPr id="5" name="">
            <a:extLst xmlns:a="http://schemas.openxmlformats.org/drawingml/2006/main">
              <a:ext uri="{FF2B5EF4-FFF2-40B4-BE49-F238E27FC236}">
                <a16:creationId xmlns:a16="http://schemas.microsoft.com/office/drawing/2014/main" id="{3716995B-A3EE-4C82-A35C-2120046AA2B4}"/>
              </a:ext>
            </a:extLst>
          </p:cNvPr>
          <p:cNvSpPr>
            <a:spLocks xmlns:a="http://schemas.openxmlformats.org/drawingml/2006/main" noGrp="1"/>
          </p:cNvSpPr>
          <p:nvPr/>
        </p:nvSpPr>
        <p:spPr>
          <a:xfrm xmlns:a="http://schemas.openxmlformats.org/drawingml/2006/main">
            <a:off x="438150" y="323850"/>
            <a:ext cx="110680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625" b="1">
                <a:solidFill>
                  <a:srgbClr val="FFFFFF"/>
                </a:solidFill>
                <a:latin typeface="Arial"/>
                <a:ea typeface="Arial"/>
                <a:cs typeface="Arial"/>
              </a:defRPr>
            </a:pPr>
            <a:r>
              <a:rPr sz="2625" b="1">
                <a:solidFill>
                  <a:srgbClr val="FFFFFF"/>
                </a:solidFill>
                <a:latin typeface="Arial"/>
                <a:ea typeface="Arial"/>
                <a:cs typeface="Arial"/>
              </a:rPr>
              <a:t>Tilgang kan gis presist eller som en pakke</a:t>
            </a:r>
          </a:p>
        </p:txBody>
      </p:sp>
      <p:sp>
        <p:nvSpPr>
          <p:cNvPr id="6" name="">
            <a:extLst xmlns:a="http://schemas.openxmlformats.org/drawingml/2006/main">
              <a:ext uri="{FF2B5EF4-FFF2-40B4-BE49-F238E27FC236}">
                <a16:creationId xmlns:a16="http://schemas.microsoft.com/office/drawing/2014/main" id="{B1724767-5F91-4624-B826-B61D73275FAA}"/>
              </a:ext>
            </a:extLst>
          </p:cNvPr>
          <p:cNvSpPr>
            <a:spLocks xmlns:a="http://schemas.openxmlformats.org/drawingml/2006/main" noGrp="1"/>
          </p:cNvSpPr>
          <p:nvPr/>
        </p:nvSpPr>
        <p:spPr>
          <a:xfrm xmlns:a="http://schemas.openxmlformats.org/drawingml/2006/main">
            <a:off x="1104900" y="5314950"/>
            <a:ext cx="1885950" cy="381000"/>
          </a:xfrm>
          <a:prstGeom xmlns:a="http://schemas.openxmlformats.org/drawingml/2006/main" prst="roundRect">
            <a:avLst>
              <a:gd name="adj" fmla="val 50000"/>
            </a:avLst>
          </a:prstGeom>
          <a:solidFill xmlns:a="http://schemas.openxmlformats.org/drawingml/2006/main">
            <a:srgbClr val="022F51"/>
          </a:solidFill>
          <a:ln xmlns:a="http://schemas.openxmlformats.org/drawingml/2006/main" w="9525">
            <a:solidFill>
              <a:srgbClr val="DDF3FF"/>
            </a:solid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Enkelttilgang</a:t>
            </a:r>
          </a:p>
        </p:txBody>
      </p:sp>
      <p:sp>
        <p:nvSpPr>
          <p:cNvPr id="7" name="">
            <a:extLst xmlns:a="http://schemas.openxmlformats.org/drawingml/2006/main">
              <a:ext uri="{FF2B5EF4-FFF2-40B4-BE49-F238E27FC236}">
                <a16:creationId xmlns:a16="http://schemas.microsoft.com/office/drawing/2014/main" id="{74108703-F242-49E9-96FA-D68B9249001E}"/>
              </a:ext>
            </a:extLst>
          </p:cNvPr>
          <p:cNvSpPr>
            <a:spLocks xmlns:a="http://schemas.openxmlformats.org/drawingml/2006/main" noGrp="1"/>
          </p:cNvSpPr>
          <p:nvPr/>
        </p:nvSpPr>
        <p:spPr>
          <a:xfrm xmlns:a="http://schemas.openxmlformats.org/drawingml/2006/main">
            <a:off x="4895850" y="3600450"/>
            <a:ext cx="2152650" cy="381000"/>
          </a:xfrm>
          <a:prstGeom xmlns:a="http://schemas.openxmlformats.org/drawingml/2006/main" prst="roundRect">
            <a:avLst>
              <a:gd name="adj" fmla="val 50000"/>
            </a:avLst>
          </a:prstGeom>
          <a:solidFill xmlns:a="http://schemas.openxmlformats.org/drawingml/2006/main">
            <a:srgbClr val="022F51"/>
          </a:solidFill>
          <a:ln xmlns:a="http://schemas.openxmlformats.org/drawingml/2006/main" w="9525">
            <a:solidFill>
              <a:srgbClr val="DDF3FF"/>
            </a:solid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Tilgangsstyring</a:t>
            </a:r>
          </a:p>
        </p:txBody>
      </p:sp>
      <p:sp>
        <p:nvSpPr>
          <p:cNvPr id="8" name="">
            <a:extLst xmlns:a="http://schemas.openxmlformats.org/drawingml/2006/main">
              <a:ext uri="{FF2B5EF4-FFF2-40B4-BE49-F238E27FC236}">
                <a16:creationId xmlns:a16="http://schemas.microsoft.com/office/drawing/2014/main" id="{8FA98344-D7E5-4C8A-B78A-72D268B81418}"/>
              </a:ext>
            </a:extLst>
          </p:cNvPr>
          <p:cNvSpPr>
            <a:spLocks xmlns:a="http://schemas.openxmlformats.org/drawingml/2006/main" noGrp="1"/>
          </p:cNvSpPr>
          <p:nvPr/>
        </p:nvSpPr>
        <p:spPr>
          <a:xfrm xmlns:a="http://schemas.openxmlformats.org/drawingml/2006/main">
            <a:off x="8972550" y="5314950"/>
            <a:ext cx="1905000" cy="381000"/>
          </a:xfrm>
          <a:prstGeom xmlns:a="http://schemas.openxmlformats.org/drawingml/2006/main" prst="roundRect">
            <a:avLst>
              <a:gd name="adj" fmla="val 50000"/>
            </a:avLst>
          </a:prstGeom>
          <a:solidFill xmlns:a="http://schemas.openxmlformats.org/drawingml/2006/main">
            <a:srgbClr val="022F51"/>
          </a:solidFill>
          <a:ln xmlns:a="http://schemas.openxmlformats.org/drawingml/2006/main" w="9525">
            <a:solidFill>
              <a:srgbClr val="DDF3FF"/>
            </a:solid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Tilgangspakke</a:t>
            </a:r>
          </a:p>
        </p:txBody>
      </p:sp>
      <p:sp>
        <p:nvSpPr>
          <p:cNvPr id="9" name="">
            <a:extLst xmlns:a="http://schemas.openxmlformats.org/drawingml/2006/main">
              <a:ext uri="{FF2B5EF4-FFF2-40B4-BE49-F238E27FC236}">
                <a16:creationId xmlns:a16="http://schemas.microsoft.com/office/drawing/2014/main" id="{775ECB7D-55B5-4786-985A-ED8587C668AE}"/>
              </a:ext>
            </a:extLst>
          </p:cNvPr>
          <p:cNvSpPr>
            <a:spLocks xmlns:a="http://schemas.openxmlformats.org/drawingml/2006/main" noGrp="1"/>
          </p:cNvSpPr>
          <p:nvPr/>
        </p:nvSpPr>
        <p:spPr>
          <a:xfrm xmlns:a="http://schemas.openxmlformats.org/drawingml/2006/main">
            <a:off x="457200" y="6477000"/>
            <a:ext cx="219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l">
              <a:buNone/>
              <a:defRPr sz="825" b="0">
                <a:solidFill>
                  <a:srgbClr val="FFFFFF"/>
                </a:solidFill>
                <a:latin typeface="Arial"/>
                <a:ea typeface="Arial"/>
                <a:cs typeface="Arial"/>
              </a:defRPr>
            </a:pPr>
            <a:r>
              <a:rPr sz="825" b="0">
                <a:solidFill>
                  <a:srgbClr val="FFFFFF"/>
                </a:solidFill>
                <a:latin typeface="Arial"/>
                <a:ea typeface="Arial"/>
                <a:cs typeface="Arial"/>
              </a:rPr>
              <a:t>Altinn Autorisasjon</a:t>
            </a:r>
          </a:p>
        </p:txBody>
      </p:sp>
      <p:sp>
        <p:nvSpPr>
          <p:cNvPr id="10" name="">
            <a:extLst xmlns:a="http://schemas.openxmlformats.org/drawingml/2006/main">
              <a:ext uri="{FF2B5EF4-FFF2-40B4-BE49-F238E27FC236}">
                <a16:creationId xmlns:a16="http://schemas.microsoft.com/office/drawing/2014/main" id="{5EEF87BE-3640-4A39-9877-9A427A08355F}"/>
              </a:ext>
            </a:extLst>
          </p:cNvPr>
          <p:cNvSpPr>
            <a:spLocks xmlns:a="http://schemas.openxmlformats.org/drawingml/2006/main" noGrp="1"/>
          </p:cNvSpPr>
          <p:nvPr/>
        </p:nvSpPr>
        <p:spPr>
          <a:xfrm xmlns:a="http://schemas.openxmlformats.org/drawingml/2006/main">
            <a:off x="11239500" y="6457950"/>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r">
              <a:buNone/>
              <a:defRPr sz="825" b="0">
                <a:solidFill>
                  <a:srgbClr val="FFFFFF"/>
                </a:solidFill>
                <a:latin typeface="Arial"/>
                <a:ea typeface="Arial"/>
                <a:cs typeface="Arial"/>
              </a:defRPr>
            </a:pPr>
            <a:r>
              <a:rPr sz="825" b="0">
                <a:solidFill>
                  <a:srgbClr val="FFFFFF"/>
                </a:solidFill>
                <a:latin typeface="Arial"/>
                <a:ea typeface="Arial"/>
                <a:cs typeface="Arial"/>
              </a:rPr>
              <a:t>19</a:t>
            </a:r>
          </a:p>
        </p:txBody>
      </p:sp>
    </p:spTree>
    <p:extLst>
      <p:ext uri="{BB962C8B-B14F-4D97-AF65-F5344CB8AC3E}">
        <p14:creationId xmlns:p14="http://schemas.microsoft.com/office/powerpoint/2010/main" val="30551435"/>
      </p:ext>
    </p:extLst>
  </p:cSld>
</p:sld>
</file>

<file path=ppt/slides/slide20.xml><?xml version="1.0" encoding="utf-8"?>
<p:sld xmlns:p="http://schemas.openxmlformats.org/presentationml/2006/main">
  <p:cSld>
    <p:bg>
      <p:bgPr>
        <a:solidFill xmlns:a="http://schemas.openxmlformats.org/drawingml/2006/main">
          <a:srgbClr val="DDEFF9"/>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7b455e9356dc4848"/>
          <a:srcRect xmlns:a="http://schemas.openxmlformats.org/drawingml/2006/main" l="0" t="13500" r="0" b="15100"/>
          <a:stretch xmlns:a="http://schemas.openxmlformats.org/drawingml/2006/main">
            <a:fillRect l="0" t="0" r="0" b="0"/>
          </a:stretch>
        </p:blipFill>
        <p:spPr>
          <a:xfrm xmlns:a="http://schemas.openxmlformats.org/drawingml/2006/main">
            <a:off x="1143000" y="1009650"/>
            <a:ext cx="9906000" cy="58483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35A6479-9E8E-4A69-AEAD-F60F453094A8}"/>
              </a:ext>
            </a:extLst>
          </p:cNvPr>
          <p:cNvSpPr>
            <a:spLocks xmlns:a="http://schemas.openxmlformats.org/drawingml/2006/main" noGrp="1"/>
          </p:cNvSpPr>
          <p:nvPr/>
        </p:nvSpPr>
        <p:spPr>
          <a:xfrm xmlns:a="http://schemas.openxmlformats.org/drawingml/2006/main">
            <a:off x="0" y="0"/>
            <a:ext cx="12192000" cy="1009650"/>
          </a:xfrm>
          <a:prstGeom xmlns:a="http://schemas.openxmlformats.org/drawingml/2006/main" prst="rect">
            <a:avLst/>
          </a:prstGeom>
          <a:solidFill xmlns:a="http://schemas.openxmlformats.org/drawingml/2006/main">
            <a:srgbClr val="022F51"/>
          </a:solidFill>
          <a:ln xmlns:a="http://schemas.openxmlformats.org/drawingml/2006/main" w="0">
            <a:solidFill>
              <a:srgbClr val="022F51"/>
            </a:solidFill>
            <a:prstDash val="solid"/>
          </a:ln>
        </p:spPr>
      </p:sp>
      <p:sp>
        <p:nvSpPr>
          <p:cNvPr id="3" name="">
            <a:extLst xmlns:a="http://schemas.openxmlformats.org/drawingml/2006/main">
              <a:ext uri="{FF2B5EF4-FFF2-40B4-BE49-F238E27FC236}">
                <a16:creationId xmlns:a16="http://schemas.microsoft.com/office/drawing/2014/main" id="{BE77B428-9001-48BF-9748-6C6EDCDC22E2}"/>
              </a:ext>
            </a:extLst>
          </p:cNvPr>
          <p:cNvSpPr>
            <a:spLocks xmlns:a="http://schemas.openxmlformats.org/drawingml/2006/main" noGrp="1"/>
          </p:cNvSpPr>
          <p:nvPr/>
        </p:nvSpPr>
        <p:spPr>
          <a:xfrm xmlns:a="http://schemas.openxmlformats.org/drawingml/2006/main">
            <a:off x="0" y="0"/>
            <a:ext cx="114300" cy="1009650"/>
          </a:xfrm>
          <a:prstGeom xmlns:a="http://schemas.openxmlformats.org/drawingml/2006/main" prst="rect">
            <a:avLst/>
          </a:prstGeom>
          <a:solidFill xmlns:a="http://schemas.openxmlformats.org/drawingml/2006/main">
            <a:srgbClr val="0062BA"/>
          </a:solidFill>
          <a:ln xmlns:a="http://schemas.openxmlformats.org/drawingml/2006/main" w="0">
            <a:solidFill>
              <a:srgbClr val="0062BA"/>
            </a:solidFill>
            <a:prstDash val="solid"/>
          </a:ln>
        </p:spPr>
      </p:sp>
      <p:sp>
        <p:nvSpPr>
          <p:cNvPr id="4" name="">
            <a:extLst xmlns:a="http://schemas.openxmlformats.org/drawingml/2006/main">
              <a:ext uri="{FF2B5EF4-FFF2-40B4-BE49-F238E27FC236}">
                <a16:creationId xmlns:a16="http://schemas.microsoft.com/office/drawing/2014/main" id="{EBC7E559-E44D-4E34-82DE-C0A61FD19921}"/>
              </a:ext>
            </a:extLst>
          </p:cNvPr>
          <p:cNvSpPr>
            <a:spLocks xmlns:a="http://schemas.openxmlformats.org/drawingml/2006/main" noGrp="1"/>
          </p:cNvSpPr>
          <p:nvPr/>
        </p:nvSpPr>
        <p:spPr>
          <a:xfrm xmlns:a="http://schemas.openxmlformats.org/drawingml/2006/main">
            <a:off x="438150" y="952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DDF3FF"/>
                </a:solidFill>
                <a:latin typeface="Arial"/>
                <a:ea typeface="Arial"/>
                <a:cs typeface="Arial"/>
              </a:defRPr>
            </a:pPr>
            <a:r>
              <a:rPr sz="975" b="1">
                <a:solidFill>
                  <a:srgbClr val="DDF3FF"/>
                </a:solidFill>
                <a:latin typeface="Arial"/>
                <a:ea typeface="Arial"/>
                <a:cs typeface="Arial"/>
              </a:rPr>
              <a:t>TILGANGSSTYRING</a:t>
            </a:r>
          </a:p>
        </p:txBody>
      </p:sp>
      <p:sp>
        <p:nvSpPr>
          <p:cNvPr id="5" name="">
            <a:extLst xmlns:a="http://schemas.openxmlformats.org/drawingml/2006/main">
              <a:ext uri="{FF2B5EF4-FFF2-40B4-BE49-F238E27FC236}">
                <a16:creationId xmlns:a16="http://schemas.microsoft.com/office/drawing/2014/main" id="{5D1E36FA-E84C-49AD-BF49-E1259704A3BB}"/>
              </a:ext>
            </a:extLst>
          </p:cNvPr>
          <p:cNvSpPr>
            <a:spLocks xmlns:a="http://schemas.openxmlformats.org/drawingml/2006/main" noGrp="1"/>
          </p:cNvSpPr>
          <p:nvPr/>
        </p:nvSpPr>
        <p:spPr>
          <a:xfrm xmlns:a="http://schemas.openxmlformats.org/drawingml/2006/main">
            <a:off x="438150" y="3238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625" b="1">
                <a:solidFill>
                  <a:srgbClr val="FFFFFF"/>
                </a:solidFill>
                <a:latin typeface="Arial"/>
                <a:ea typeface="Arial"/>
                <a:cs typeface="Arial"/>
              </a:defRPr>
            </a:pPr>
            <a:r>
              <a:rPr sz="2625" b="1">
                <a:solidFill>
                  <a:srgbClr val="FFFFFF"/>
                </a:solidFill>
                <a:latin typeface="Arial"/>
                <a:ea typeface="Arial"/>
                <a:cs typeface="Arial"/>
              </a:rPr>
              <a:t>Tilgangspakker gjør det enkelt å gi en ny ansatt riktig tilgang</a:t>
            </a:r>
          </a:p>
        </p:txBody>
      </p:sp>
      <p:sp>
        <p:nvSpPr>
          <p:cNvPr id="6" name="">
            <a:extLst xmlns:a="http://schemas.openxmlformats.org/drawingml/2006/main">
              <a:ext uri="{FF2B5EF4-FFF2-40B4-BE49-F238E27FC236}">
                <a16:creationId xmlns:a16="http://schemas.microsoft.com/office/drawing/2014/main" id="{615B8169-EAE3-4185-B691-04C2C5212A35}"/>
              </a:ext>
            </a:extLst>
          </p:cNvPr>
          <p:cNvSpPr>
            <a:spLocks xmlns:a="http://schemas.openxmlformats.org/drawingml/2006/main" noGrp="1"/>
          </p:cNvSpPr>
          <p:nvPr/>
        </p:nvSpPr>
        <p:spPr>
          <a:xfrm xmlns:a="http://schemas.openxmlformats.org/drawingml/2006/main">
            <a:off x="457200" y="6477000"/>
            <a:ext cx="219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l">
              <a:buNone/>
              <a:defRPr sz="825" b="0">
                <a:solidFill>
                  <a:srgbClr val="FFFFFF"/>
                </a:solidFill>
                <a:latin typeface="Arial"/>
                <a:ea typeface="Arial"/>
                <a:cs typeface="Arial"/>
              </a:defRPr>
            </a:pPr>
            <a:r>
              <a:rPr sz="825" b="0">
                <a:solidFill>
                  <a:srgbClr val="FFFFFF"/>
                </a:solidFill>
                <a:latin typeface="Arial"/>
                <a:ea typeface="Arial"/>
                <a:cs typeface="Arial"/>
              </a:rPr>
              <a:t>Altinn Autorisasjon</a:t>
            </a:r>
          </a:p>
        </p:txBody>
      </p:sp>
      <p:sp>
        <p:nvSpPr>
          <p:cNvPr id="7" name="">
            <a:extLst xmlns:a="http://schemas.openxmlformats.org/drawingml/2006/main">
              <a:ext uri="{FF2B5EF4-FFF2-40B4-BE49-F238E27FC236}">
                <a16:creationId xmlns:a16="http://schemas.microsoft.com/office/drawing/2014/main" id="{15A739A1-16E7-4D45-B875-01049DC84382}"/>
              </a:ext>
            </a:extLst>
          </p:cNvPr>
          <p:cNvSpPr>
            <a:spLocks xmlns:a="http://schemas.openxmlformats.org/drawingml/2006/main" noGrp="1"/>
          </p:cNvSpPr>
          <p:nvPr/>
        </p:nvSpPr>
        <p:spPr>
          <a:xfrm xmlns:a="http://schemas.openxmlformats.org/drawingml/2006/main">
            <a:off x="11239500" y="6457950"/>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r">
              <a:buNone/>
              <a:defRPr sz="825" b="0">
                <a:solidFill>
                  <a:srgbClr val="FFFFFF"/>
                </a:solidFill>
                <a:latin typeface="Arial"/>
                <a:ea typeface="Arial"/>
                <a:cs typeface="Arial"/>
              </a:defRPr>
            </a:pPr>
            <a:r>
              <a:rPr sz="825" b="0">
                <a:solidFill>
                  <a:srgbClr val="FFFFFF"/>
                </a:solidFill>
                <a:latin typeface="Arial"/>
                <a:ea typeface="Arial"/>
                <a:cs typeface="Arial"/>
              </a:rPr>
              <a:t>20</a:t>
            </a:r>
          </a:p>
        </p:txBody>
      </p:sp>
    </p:spTree>
    <p:extLst>
      <p:ext uri="{BB962C8B-B14F-4D97-AF65-F5344CB8AC3E}">
        <p14:creationId xmlns:p14="http://schemas.microsoft.com/office/powerpoint/2010/main" val="119717969"/>
      </p:ext>
    </p:extLst>
  </p:cSld>
</p:sld>
</file>

<file path=ppt/slides/slide21.xml><?xml version="1.0" encoding="utf-8"?>
<p:sld xmlns:p="http://schemas.openxmlformats.org/presentationml/2006/main">
  <p:cSld>
    <p:bg>
      <p:bgPr>
        <a:solidFill xmlns:a="http://schemas.openxmlformats.org/drawingml/2006/main">
          <a:srgbClr val="022F51"/>
        </a:solidFill>
      </p:bgPr>
    </p:bg>
    <p:spTree>
      <p:nvGrpSpPr>
        <p:cNvPr id="1" name=""/>
        <p:cNvGrpSpPr/>
        <p:nvPr/>
      </p:nvGrpSpPr>
      <p:grpSpPr>
        <a:xfrm xmlns:a="http://schemas.openxmlformats.org/drawingml/2006/main"/>
      </p:grpSpPr>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c4cac02ffd8941e2"/>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AC7F545-AE64-49F7-9787-A478F17696AC}"/>
              </a:ext>
            </a:extLst>
          </p:cNvPr>
          <p:cNvSpPr>
            <a:spLocks xmlns:a="http://schemas.openxmlformats.org/drawingml/2006/main" noGrp="1"/>
          </p:cNvSpPr>
          <p:nvPr/>
        </p:nvSpPr>
        <p:spPr>
          <a:xfrm xmlns:a="http://schemas.openxmlformats.org/drawingml/2006/main">
            <a:off x="0" y="0"/>
            <a:ext cx="12192000" cy="1009650"/>
          </a:xfrm>
          <a:prstGeom xmlns:a="http://schemas.openxmlformats.org/drawingml/2006/main" prst="rect">
            <a:avLst/>
          </a:prstGeom>
          <a:solidFill xmlns:a="http://schemas.openxmlformats.org/drawingml/2006/main">
            <a:srgbClr val="022F51"/>
          </a:solidFill>
          <a:ln xmlns:a="http://schemas.openxmlformats.org/drawingml/2006/main" w="0">
            <a:solidFill>
              <a:srgbClr val="022F51"/>
            </a:solidFill>
            <a:prstDash val="solid"/>
          </a:ln>
        </p:spPr>
      </p:sp>
      <p:sp>
        <p:nvSpPr>
          <p:cNvPr id="3" name="">
            <a:extLst xmlns:a="http://schemas.openxmlformats.org/drawingml/2006/main">
              <a:ext uri="{FF2B5EF4-FFF2-40B4-BE49-F238E27FC236}">
                <a16:creationId xmlns:a16="http://schemas.microsoft.com/office/drawing/2014/main" id="{0063718D-1048-49F1-9286-4B86D9A9D79A}"/>
              </a:ext>
            </a:extLst>
          </p:cNvPr>
          <p:cNvSpPr>
            <a:spLocks xmlns:a="http://schemas.openxmlformats.org/drawingml/2006/main" noGrp="1"/>
          </p:cNvSpPr>
          <p:nvPr/>
        </p:nvSpPr>
        <p:spPr>
          <a:xfrm xmlns:a="http://schemas.openxmlformats.org/drawingml/2006/main">
            <a:off x="0" y="0"/>
            <a:ext cx="114300" cy="1009650"/>
          </a:xfrm>
          <a:prstGeom xmlns:a="http://schemas.openxmlformats.org/drawingml/2006/main" prst="rect">
            <a:avLst/>
          </a:prstGeom>
          <a:solidFill xmlns:a="http://schemas.openxmlformats.org/drawingml/2006/main">
            <a:srgbClr val="0062BA"/>
          </a:solidFill>
          <a:ln xmlns:a="http://schemas.openxmlformats.org/drawingml/2006/main" w="0">
            <a:solidFill>
              <a:srgbClr val="0062BA"/>
            </a:solidFill>
            <a:prstDash val="solid"/>
          </a:ln>
        </p:spPr>
      </p:sp>
      <p:sp>
        <p:nvSpPr>
          <p:cNvPr id="4" name="">
            <a:extLst xmlns:a="http://schemas.openxmlformats.org/drawingml/2006/main">
              <a:ext uri="{FF2B5EF4-FFF2-40B4-BE49-F238E27FC236}">
                <a16:creationId xmlns:a16="http://schemas.microsoft.com/office/drawing/2014/main" id="{05CD5876-67C5-4396-B7E8-8407168C3152}"/>
              </a:ext>
            </a:extLst>
          </p:cNvPr>
          <p:cNvSpPr>
            <a:spLocks xmlns:a="http://schemas.openxmlformats.org/drawingml/2006/main" noGrp="1"/>
          </p:cNvSpPr>
          <p:nvPr/>
        </p:nvSpPr>
        <p:spPr>
          <a:xfrm xmlns:a="http://schemas.openxmlformats.org/drawingml/2006/main">
            <a:off x="438150" y="95250"/>
            <a:ext cx="514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DDF3FF"/>
                </a:solidFill>
                <a:latin typeface="Arial"/>
                <a:ea typeface="Arial"/>
                <a:cs typeface="Arial"/>
              </a:defRPr>
            </a:pPr>
            <a:r>
              <a:rPr sz="975" b="1">
                <a:solidFill>
                  <a:srgbClr val="DDF3FF"/>
                </a:solidFill>
                <a:latin typeface="Arial"/>
                <a:ea typeface="Arial"/>
                <a:cs typeface="Arial"/>
              </a:rPr>
              <a:t>FRA FORVALTNING TIL BESLUTNING</a:t>
            </a:r>
          </a:p>
        </p:txBody>
      </p:sp>
      <p:sp>
        <p:nvSpPr>
          <p:cNvPr id="5" name="">
            <a:extLst xmlns:a="http://schemas.openxmlformats.org/drawingml/2006/main">
              <a:ext uri="{FF2B5EF4-FFF2-40B4-BE49-F238E27FC236}">
                <a16:creationId xmlns:a16="http://schemas.microsoft.com/office/drawing/2014/main" id="{4F30A1A1-1B25-42DD-9D65-3B1A0E564E33}"/>
              </a:ext>
            </a:extLst>
          </p:cNvPr>
          <p:cNvSpPr>
            <a:spLocks xmlns:a="http://schemas.openxmlformats.org/drawingml/2006/main" noGrp="1"/>
          </p:cNvSpPr>
          <p:nvPr/>
        </p:nvSpPr>
        <p:spPr>
          <a:xfrm xmlns:a="http://schemas.openxmlformats.org/drawingml/2006/main">
            <a:off x="438150" y="323850"/>
            <a:ext cx="110680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625" b="1">
                <a:solidFill>
                  <a:srgbClr val="FFFFFF"/>
                </a:solidFill>
                <a:latin typeface="Arial"/>
                <a:ea typeface="Arial"/>
                <a:cs typeface="Arial"/>
              </a:defRPr>
            </a:pPr>
            <a:r>
              <a:rPr sz="2625" b="1">
                <a:solidFill>
                  <a:srgbClr val="FFFFFF"/>
                </a:solidFill>
                <a:latin typeface="Arial"/>
                <a:ea typeface="Arial"/>
                <a:cs typeface="Arial"/>
              </a:rPr>
              <a:t>Delegert tilgang blir en del av beslutningsgrunnlaget</a:t>
            </a:r>
          </a:p>
        </p:txBody>
      </p:sp>
      <p:sp>
        <p:nvSpPr>
          <p:cNvPr id="6" name="">
            <a:extLst xmlns:a="http://schemas.openxmlformats.org/drawingml/2006/main">
              <a:ext uri="{FF2B5EF4-FFF2-40B4-BE49-F238E27FC236}">
                <a16:creationId xmlns:a16="http://schemas.microsoft.com/office/drawing/2014/main" id="{80FF87CA-A777-46EF-A899-20C31554A7B5}"/>
              </a:ext>
            </a:extLst>
          </p:cNvPr>
          <p:cNvSpPr>
            <a:spLocks xmlns:a="http://schemas.openxmlformats.org/drawingml/2006/main" noGrp="1"/>
          </p:cNvSpPr>
          <p:nvPr/>
        </p:nvSpPr>
        <p:spPr>
          <a:xfrm xmlns:a="http://schemas.openxmlformats.org/drawingml/2006/main">
            <a:off x="514350" y="5219700"/>
            <a:ext cx="2305050" cy="381000"/>
          </a:xfrm>
          <a:prstGeom xmlns:a="http://schemas.openxmlformats.org/drawingml/2006/main" prst="roundRect">
            <a:avLst>
              <a:gd name="adj" fmla="val 50000"/>
            </a:avLst>
          </a:prstGeom>
          <a:solidFill xmlns:a="http://schemas.openxmlformats.org/drawingml/2006/main">
            <a:srgbClr val="022F51"/>
          </a:solidFill>
          <a:ln xmlns:a="http://schemas.openxmlformats.org/drawingml/2006/main" w="9525">
            <a:solidFill>
              <a:srgbClr val="DDF3FF"/>
            </a:solid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Ansatt eller system</a:t>
            </a:r>
          </a:p>
        </p:txBody>
      </p:sp>
      <p:sp>
        <p:nvSpPr>
          <p:cNvPr id="7" name="">
            <a:extLst xmlns:a="http://schemas.openxmlformats.org/drawingml/2006/main">
              <a:ext uri="{FF2B5EF4-FFF2-40B4-BE49-F238E27FC236}">
                <a16:creationId xmlns:a16="http://schemas.microsoft.com/office/drawing/2014/main" id="{3D694E49-2C2B-44CA-B23C-6011813E1123}"/>
              </a:ext>
            </a:extLst>
          </p:cNvPr>
          <p:cNvSpPr>
            <a:spLocks xmlns:a="http://schemas.openxmlformats.org/drawingml/2006/main" noGrp="1"/>
          </p:cNvSpPr>
          <p:nvPr/>
        </p:nvSpPr>
        <p:spPr>
          <a:xfrm xmlns:a="http://schemas.openxmlformats.org/drawingml/2006/main">
            <a:off x="4067175" y="3886200"/>
            <a:ext cx="2247900" cy="381000"/>
          </a:xfrm>
          <a:prstGeom xmlns:a="http://schemas.openxmlformats.org/drawingml/2006/main" prst="roundRect">
            <a:avLst>
              <a:gd name="adj" fmla="val 50000"/>
            </a:avLst>
          </a:prstGeom>
          <a:solidFill xmlns:a="http://schemas.openxmlformats.org/drawingml/2006/main">
            <a:srgbClr val="022F51"/>
          </a:solidFill>
          <a:ln xmlns:a="http://schemas.openxmlformats.org/drawingml/2006/main" w="9525">
            <a:solidFill>
              <a:srgbClr val="DDF3FF"/>
            </a:solid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Delegerte tilganger</a:t>
            </a:r>
          </a:p>
        </p:txBody>
      </p:sp>
      <p:sp>
        <p:nvSpPr>
          <p:cNvPr id="8" name="">
            <a:extLst xmlns:a="http://schemas.openxmlformats.org/drawingml/2006/main">
              <a:ext uri="{FF2B5EF4-FFF2-40B4-BE49-F238E27FC236}">
                <a16:creationId xmlns:a16="http://schemas.microsoft.com/office/drawing/2014/main" id="{42736A42-CA74-4500-BE2F-40C6C1F5788D}"/>
              </a:ext>
            </a:extLst>
          </p:cNvPr>
          <p:cNvSpPr>
            <a:spLocks xmlns:a="http://schemas.openxmlformats.org/drawingml/2006/main" noGrp="1"/>
          </p:cNvSpPr>
          <p:nvPr/>
        </p:nvSpPr>
        <p:spPr>
          <a:xfrm xmlns:a="http://schemas.openxmlformats.org/drawingml/2006/main">
            <a:off x="5495925" y="2028825"/>
            <a:ext cx="1143000" cy="381000"/>
          </a:xfrm>
          <a:prstGeom xmlns:a="http://schemas.openxmlformats.org/drawingml/2006/main" prst="roundRect">
            <a:avLst>
              <a:gd name="adj" fmla="val 50000"/>
            </a:avLst>
          </a:prstGeom>
          <a:solidFill xmlns:a="http://schemas.openxmlformats.org/drawingml/2006/main">
            <a:srgbClr val="022F51"/>
          </a:solidFill>
          <a:ln xmlns:a="http://schemas.openxmlformats.org/drawingml/2006/main" w="9525">
            <a:solidFill>
              <a:srgbClr val="DDF3FF"/>
            </a:solid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PDP</a:t>
            </a:r>
          </a:p>
        </p:txBody>
      </p:sp>
      <p:sp>
        <p:nvSpPr>
          <p:cNvPr id="9" name="">
            <a:extLst xmlns:a="http://schemas.openxmlformats.org/drawingml/2006/main">
              <a:ext uri="{FF2B5EF4-FFF2-40B4-BE49-F238E27FC236}">
                <a16:creationId xmlns:a16="http://schemas.microsoft.com/office/drawing/2014/main" id="{848A59C1-665D-4F9B-A514-5641CC6B42F8}"/>
              </a:ext>
            </a:extLst>
          </p:cNvPr>
          <p:cNvSpPr>
            <a:spLocks xmlns:a="http://schemas.openxmlformats.org/drawingml/2006/main" noGrp="1"/>
          </p:cNvSpPr>
          <p:nvPr/>
        </p:nvSpPr>
        <p:spPr>
          <a:xfrm xmlns:a="http://schemas.openxmlformats.org/drawingml/2006/main">
            <a:off x="8077200" y="4533900"/>
            <a:ext cx="1143000" cy="381000"/>
          </a:xfrm>
          <a:prstGeom xmlns:a="http://schemas.openxmlformats.org/drawingml/2006/main" prst="roundRect">
            <a:avLst>
              <a:gd name="adj" fmla="val 50000"/>
            </a:avLst>
          </a:prstGeom>
          <a:solidFill xmlns:a="http://schemas.openxmlformats.org/drawingml/2006/main">
            <a:srgbClr val="022F51"/>
          </a:solidFill>
          <a:ln xmlns:a="http://schemas.openxmlformats.org/drawingml/2006/main" w="9525">
            <a:solidFill>
              <a:srgbClr val="DDF3FF"/>
            </a:solid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PEP</a:t>
            </a:r>
          </a:p>
        </p:txBody>
      </p:sp>
      <p:sp>
        <p:nvSpPr>
          <p:cNvPr id="10" name="">
            <a:extLst xmlns:a="http://schemas.openxmlformats.org/drawingml/2006/main">
              <a:ext uri="{FF2B5EF4-FFF2-40B4-BE49-F238E27FC236}">
                <a16:creationId xmlns:a16="http://schemas.microsoft.com/office/drawing/2014/main" id="{0BA66EAC-3352-4CC0-AD2A-E8E66BACE8D9}"/>
              </a:ext>
            </a:extLst>
          </p:cNvPr>
          <p:cNvSpPr>
            <a:spLocks xmlns:a="http://schemas.openxmlformats.org/drawingml/2006/main" noGrp="1"/>
          </p:cNvSpPr>
          <p:nvPr/>
        </p:nvSpPr>
        <p:spPr>
          <a:xfrm xmlns:a="http://schemas.openxmlformats.org/drawingml/2006/main">
            <a:off x="10096500" y="5219700"/>
            <a:ext cx="1314450" cy="381000"/>
          </a:xfrm>
          <a:prstGeom xmlns:a="http://schemas.openxmlformats.org/drawingml/2006/main" prst="roundRect">
            <a:avLst>
              <a:gd name="adj" fmla="val 50000"/>
            </a:avLst>
          </a:prstGeom>
          <a:solidFill xmlns:a="http://schemas.openxmlformats.org/drawingml/2006/main">
            <a:srgbClr val="022F51"/>
          </a:solidFill>
          <a:ln xmlns:a="http://schemas.openxmlformats.org/drawingml/2006/main" w="9525">
            <a:solidFill>
              <a:srgbClr val="DDF3FF"/>
            </a:solid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Tjeneste</a:t>
            </a:r>
          </a:p>
        </p:txBody>
      </p:sp>
      <p:sp>
        <p:nvSpPr>
          <p:cNvPr id="11" name="">
            <a:extLst xmlns:a="http://schemas.openxmlformats.org/drawingml/2006/main">
              <a:ext uri="{FF2B5EF4-FFF2-40B4-BE49-F238E27FC236}">
                <a16:creationId xmlns:a16="http://schemas.microsoft.com/office/drawing/2014/main" id="{65E499C3-55CE-4DD4-8572-DB9A976DEBF5}"/>
              </a:ext>
            </a:extLst>
          </p:cNvPr>
          <p:cNvSpPr>
            <a:spLocks xmlns:a="http://schemas.openxmlformats.org/drawingml/2006/main" noGrp="1"/>
          </p:cNvSpPr>
          <p:nvPr/>
        </p:nvSpPr>
        <p:spPr>
          <a:xfrm xmlns:a="http://schemas.openxmlformats.org/drawingml/2006/main">
            <a:off x="457200" y="6477000"/>
            <a:ext cx="219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l">
              <a:buNone/>
              <a:defRPr sz="825" b="0">
                <a:solidFill>
                  <a:srgbClr val="FFFFFF"/>
                </a:solidFill>
                <a:latin typeface="Arial"/>
                <a:ea typeface="Arial"/>
                <a:cs typeface="Arial"/>
              </a:defRPr>
            </a:pPr>
            <a:r>
              <a:rPr sz="825" b="0">
                <a:solidFill>
                  <a:srgbClr val="FFFFFF"/>
                </a:solidFill>
                <a:latin typeface="Arial"/>
                <a:ea typeface="Arial"/>
                <a:cs typeface="Arial"/>
              </a:rPr>
              <a:t>Altinn Autorisasjon</a:t>
            </a:r>
          </a:p>
        </p:txBody>
      </p:sp>
      <p:sp>
        <p:nvSpPr>
          <p:cNvPr id="12" name="">
            <a:extLst xmlns:a="http://schemas.openxmlformats.org/drawingml/2006/main">
              <a:ext uri="{FF2B5EF4-FFF2-40B4-BE49-F238E27FC236}">
                <a16:creationId xmlns:a16="http://schemas.microsoft.com/office/drawing/2014/main" id="{2A7DE7EE-8D90-4115-89DD-4CF7E4EC1EAE}"/>
              </a:ext>
            </a:extLst>
          </p:cNvPr>
          <p:cNvSpPr>
            <a:spLocks xmlns:a="http://schemas.openxmlformats.org/drawingml/2006/main" noGrp="1"/>
          </p:cNvSpPr>
          <p:nvPr/>
        </p:nvSpPr>
        <p:spPr>
          <a:xfrm xmlns:a="http://schemas.openxmlformats.org/drawingml/2006/main">
            <a:off x="11239500" y="6457950"/>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r">
              <a:buNone/>
              <a:defRPr sz="825" b="0">
                <a:solidFill>
                  <a:srgbClr val="FFFFFF"/>
                </a:solidFill>
                <a:latin typeface="Arial"/>
                <a:ea typeface="Arial"/>
                <a:cs typeface="Arial"/>
              </a:defRPr>
            </a:pPr>
            <a:r>
              <a:rPr sz="825" b="0">
                <a:solidFill>
                  <a:srgbClr val="FFFFFF"/>
                </a:solidFill>
                <a:latin typeface="Arial"/>
                <a:ea typeface="Arial"/>
                <a:cs typeface="Arial"/>
              </a:rPr>
              <a:t>21</a:t>
            </a:r>
          </a:p>
        </p:txBody>
      </p:sp>
    </p:spTree>
    <p:extLst>
      <p:ext uri="{BB962C8B-B14F-4D97-AF65-F5344CB8AC3E}">
        <p14:creationId xmlns:p14="http://schemas.microsoft.com/office/powerpoint/2010/main" val="30551435"/>
      </p:ext>
    </p:extLst>
  </p:cSld>
</p:sld>
</file>

<file path=ppt/slides/slide22.xml><?xml version="1.0" encoding="utf-8"?>
<p:sld xmlns:p="http://schemas.openxmlformats.org/presentationml/2006/main">
  <p:cSld>
    <p:bg>
      <p:bgPr>
        <a:solidFill xmlns:a="http://schemas.openxmlformats.org/drawingml/2006/main">
          <a:srgbClr val="022F51"/>
        </a:solidFill>
      </p:bgPr>
    </p:bg>
    <p:spTree>
      <p:nvGrpSpPr>
        <p:cNvPr id="1" name=""/>
        <p:cNvGrpSpPr/>
        <p:nvPr/>
      </p:nvGrpSpPr>
      <p:grpSpPr>
        <a:xfrm xmlns:a="http://schemas.openxmlformats.org/drawingml/2006/main"/>
      </p:grpSpPr>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cc87cb8b74e24dbb"/>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699906D-0C35-4644-9D4B-E4C185E743E5}"/>
              </a:ext>
            </a:extLst>
          </p:cNvPr>
          <p:cNvSpPr>
            <a:spLocks xmlns:a="http://schemas.openxmlformats.org/drawingml/2006/main" noGrp="1"/>
          </p:cNvSpPr>
          <p:nvPr/>
        </p:nvSpPr>
        <p:spPr>
          <a:xfrm xmlns:a="http://schemas.openxmlformats.org/drawingml/2006/main">
            <a:off x="0" y="0"/>
            <a:ext cx="12192000" cy="1009650"/>
          </a:xfrm>
          <a:prstGeom xmlns:a="http://schemas.openxmlformats.org/drawingml/2006/main" prst="rect">
            <a:avLst/>
          </a:prstGeom>
          <a:solidFill xmlns:a="http://schemas.openxmlformats.org/drawingml/2006/main">
            <a:srgbClr val="022F51"/>
          </a:solidFill>
          <a:ln xmlns:a="http://schemas.openxmlformats.org/drawingml/2006/main" w="0">
            <a:solidFill>
              <a:srgbClr val="022F51"/>
            </a:solidFill>
            <a:prstDash val="solid"/>
          </a:ln>
        </p:spPr>
      </p:sp>
      <p:sp>
        <p:nvSpPr>
          <p:cNvPr id="3" name="">
            <a:extLst xmlns:a="http://schemas.openxmlformats.org/drawingml/2006/main">
              <a:ext uri="{FF2B5EF4-FFF2-40B4-BE49-F238E27FC236}">
                <a16:creationId xmlns:a16="http://schemas.microsoft.com/office/drawing/2014/main" id="{B92105DA-9977-4DC3-B365-E37CEB59840F}"/>
              </a:ext>
            </a:extLst>
          </p:cNvPr>
          <p:cNvSpPr>
            <a:spLocks xmlns:a="http://schemas.openxmlformats.org/drawingml/2006/main" noGrp="1"/>
          </p:cNvSpPr>
          <p:nvPr/>
        </p:nvSpPr>
        <p:spPr>
          <a:xfrm xmlns:a="http://schemas.openxmlformats.org/drawingml/2006/main">
            <a:off x="0" y="0"/>
            <a:ext cx="114300" cy="1009650"/>
          </a:xfrm>
          <a:prstGeom xmlns:a="http://schemas.openxmlformats.org/drawingml/2006/main" prst="rect">
            <a:avLst/>
          </a:prstGeom>
          <a:solidFill xmlns:a="http://schemas.openxmlformats.org/drawingml/2006/main">
            <a:srgbClr val="0062BA"/>
          </a:solidFill>
          <a:ln xmlns:a="http://schemas.openxmlformats.org/drawingml/2006/main" w="0">
            <a:solidFill>
              <a:srgbClr val="0062BA"/>
            </a:solidFill>
            <a:prstDash val="solid"/>
          </a:ln>
        </p:spPr>
      </p:sp>
      <p:sp>
        <p:nvSpPr>
          <p:cNvPr id="4" name="">
            <a:extLst xmlns:a="http://schemas.openxmlformats.org/drawingml/2006/main">
              <a:ext uri="{FF2B5EF4-FFF2-40B4-BE49-F238E27FC236}">
                <a16:creationId xmlns:a16="http://schemas.microsoft.com/office/drawing/2014/main" id="{A0A31AF3-21D0-4775-9D9D-3DE388837A48}"/>
              </a:ext>
            </a:extLst>
          </p:cNvPr>
          <p:cNvSpPr>
            <a:spLocks xmlns:a="http://schemas.openxmlformats.org/drawingml/2006/main" noGrp="1"/>
          </p:cNvSpPr>
          <p:nvPr/>
        </p:nvSpPr>
        <p:spPr>
          <a:xfrm xmlns:a="http://schemas.openxmlformats.org/drawingml/2006/main">
            <a:off x="438150" y="95250"/>
            <a:ext cx="514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DDF3FF"/>
                </a:solidFill>
                <a:latin typeface="Arial"/>
                <a:ea typeface="Arial"/>
                <a:cs typeface="Arial"/>
              </a:defRPr>
            </a:pPr>
            <a:r>
              <a:rPr sz="975" b="1">
                <a:solidFill>
                  <a:srgbClr val="DDF3FF"/>
                </a:solidFill>
                <a:latin typeface="Arial"/>
                <a:ea typeface="Arial"/>
                <a:cs typeface="Arial"/>
              </a:rPr>
              <a:t>HELE KJEDEN</a:t>
            </a:r>
          </a:p>
        </p:txBody>
      </p:sp>
      <p:sp>
        <p:nvSpPr>
          <p:cNvPr id="5" name="">
            <a:extLst xmlns:a="http://schemas.openxmlformats.org/drawingml/2006/main">
              <a:ext uri="{FF2B5EF4-FFF2-40B4-BE49-F238E27FC236}">
                <a16:creationId xmlns:a16="http://schemas.microsoft.com/office/drawing/2014/main" id="{849DFCD3-B9E0-43D1-8079-B6BC5F516F2F}"/>
              </a:ext>
            </a:extLst>
          </p:cNvPr>
          <p:cNvSpPr>
            <a:spLocks xmlns:a="http://schemas.openxmlformats.org/drawingml/2006/main" noGrp="1"/>
          </p:cNvSpPr>
          <p:nvPr/>
        </p:nvSpPr>
        <p:spPr>
          <a:xfrm xmlns:a="http://schemas.openxmlformats.org/drawingml/2006/main">
            <a:off x="438150" y="323850"/>
            <a:ext cx="110680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625" b="1">
                <a:solidFill>
                  <a:srgbClr val="FFFFFF"/>
                </a:solidFill>
                <a:latin typeface="Arial"/>
                <a:ea typeface="Arial"/>
                <a:cs typeface="Arial"/>
              </a:defRPr>
            </a:pPr>
            <a:r>
              <a:rPr sz="2625" b="1">
                <a:solidFill>
                  <a:srgbClr val="FFFFFF"/>
                </a:solidFill>
                <a:latin typeface="Arial"/>
                <a:ea typeface="Arial"/>
                <a:cs typeface="Arial"/>
              </a:rPr>
              <a:t>Ressurs-ID og operasjon finner riktig policy</a:t>
            </a:r>
          </a:p>
        </p:txBody>
      </p:sp>
      <p:sp>
        <p:nvSpPr>
          <p:cNvPr id="6" name="">
            <a:extLst xmlns:a="http://schemas.openxmlformats.org/drawingml/2006/main">
              <a:ext uri="{FF2B5EF4-FFF2-40B4-BE49-F238E27FC236}">
                <a16:creationId xmlns:a16="http://schemas.microsoft.com/office/drawing/2014/main" id="{52548389-ADFF-4109-99EE-ABBBF35CE073}"/>
              </a:ext>
            </a:extLst>
          </p:cNvPr>
          <p:cNvSpPr>
            <a:spLocks xmlns:a="http://schemas.openxmlformats.org/drawingml/2006/main" noGrp="1"/>
          </p:cNvSpPr>
          <p:nvPr/>
        </p:nvSpPr>
        <p:spPr>
          <a:xfrm xmlns:a="http://schemas.openxmlformats.org/drawingml/2006/main">
            <a:off x="590550" y="5238750"/>
            <a:ext cx="1143000" cy="381000"/>
          </a:xfrm>
          <a:prstGeom xmlns:a="http://schemas.openxmlformats.org/drawingml/2006/main" prst="roundRect">
            <a:avLst>
              <a:gd name="adj" fmla="val 50000"/>
            </a:avLst>
          </a:prstGeom>
          <a:solidFill xmlns:a="http://schemas.openxmlformats.org/drawingml/2006/main">
            <a:srgbClr val="022F51"/>
          </a:solidFill>
          <a:ln xmlns:a="http://schemas.openxmlformats.org/drawingml/2006/main" w="9525">
            <a:solidFill>
              <a:srgbClr val="DDF3FF"/>
            </a:solid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Aktør</a:t>
            </a:r>
          </a:p>
        </p:txBody>
      </p:sp>
      <p:sp>
        <p:nvSpPr>
          <p:cNvPr id="7" name="">
            <a:extLst xmlns:a="http://schemas.openxmlformats.org/drawingml/2006/main">
              <a:ext uri="{FF2B5EF4-FFF2-40B4-BE49-F238E27FC236}">
                <a16:creationId xmlns:a16="http://schemas.microsoft.com/office/drawing/2014/main" id="{8054AA86-446F-4734-9ABE-5A3232CF3338}"/>
              </a:ext>
            </a:extLst>
          </p:cNvPr>
          <p:cNvSpPr>
            <a:spLocks xmlns:a="http://schemas.openxmlformats.org/drawingml/2006/main" noGrp="1"/>
          </p:cNvSpPr>
          <p:nvPr/>
        </p:nvSpPr>
        <p:spPr>
          <a:xfrm xmlns:a="http://schemas.openxmlformats.org/drawingml/2006/main">
            <a:off x="3886200" y="2686050"/>
            <a:ext cx="1143000" cy="381000"/>
          </a:xfrm>
          <a:prstGeom xmlns:a="http://schemas.openxmlformats.org/drawingml/2006/main" prst="roundRect">
            <a:avLst>
              <a:gd name="adj" fmla="val 50000"/>
            </a:avLst>
          </a:prstGeom>
          <a:solidFill xmlns:a="http://schemas.openxmlformats.org/drawingml/2006/main">
            <a:srgbClr val="022F51"/>
          </a:solidFill>
          <a:ln xmlns:a="http://schemas.openxmlformats.org/drawingml/2006/main" w="9525">
            <a:solidFill>
              <a:srgbClr val="DDF3FF"/>
            </a:solid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PDP</a:t>
            </a:r>
          </a:p>
        </p:txBody>
      </p:sp>
      <p:sp>
        <p:nvSpPr>
          <p:cNvPr id="8" name="">
            <a:extLst xmlns:a="http://schemas.openxmlformats.org/drawingml/2006/main">
              <a:ext uri="{FF2B5EF4-FFF2-40B4-BE49-F238E27FC236}">
                <a16:creationId xmlns:a16="http://schemas.microsoft.com/office/drawing/2014/main" id="{7ADD04B4-388C-4E04-A600-FBF31480569C}"/>
              </a:ext>
            </a:extLst>
          </p:cNvPr>
          <p:cNvSpPr>
            <a:spLocks xmlns:a="http://schemas.openxmlformats.org/drawingml/2006/main" noGrp="1"/>
          </p:cNvSpPr>
          <p:nvPr/>
        </p:nvSpPr>
        <p:spPr>
          <a:xfrm xmlns:a="http://schemas.openxmlformats.org/drawingml/2006/main">
            <a:off x="5581650" y="4133850"/>
            <a:ext cx="2114550" cy="381000"/>
          </a:xfrm>
          <a:prstGeom xmlns:a="http://schemas.openxmlformats.org/drawingml/2006/main" prst="roundRect">
            <a:avLst>
              <a:gd name="adj" fmla="val 50000"/>
            </a:avLst>
          </a:prstGeom>
          <a:solidFill xmlns:a="http://schemas.openxmlformats.org/drawingml/2006/main">
            <a:srgbClr val="022F51"/>
          </a:solidFill>
          <a:ln xmlns:a="http://schemas.openxmlformats.org/drawingml/2006/main" w="9525">
            <a:solidFill>
              <a:srgbClr val="DDF3FF"/>
            </a:solid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Ressurs og policy</a:t>
            </a:r>
          </a:p>
        </p:txBody>
      </p:sp>
      <p:sp>
        <p:nvSpPr>
          <p:cNvPr id="9" name="">
            <a:extLst xmlns:a="http://schemas.openxmlformats.org/drawingml/2006/main">
              <a:ext uri="{FF2B5EF4-FFF2-40B4-BE49-F238E27FC236}">
                <a16:creationId xmlns:a16="http://schemas.microsoft.com/office/drawing/2014/main" id="{09BD643C-9194-4666-AD2A-3409CCE1C572}"/>
              </a:ext>
            </a:extLst>
          </p:cNvPr>
          <p:cNvSpPr>
            <a:spLocks xmlns:a="http://schemas.openxmlformats.org/drawingml/2006/main" noGrp="1"/>
          </p:cNvSpPr>
          <p:nvPr/>
        </p:nvSpPr>
        <p:spPr>
          <a:xfrm xmlns:a="http://schemas.openxmlformats.org/drawingml/2006/main">
            <a:off x="8210550" y="4648200"/>
            <a:ext cx="1143000" cy="381000"/>
          </a:xfrm>
          <a:prstGeom xmlns:a="http://schemas.openxmlformats.org/drawingml/2006/main" prst="roundRect">
            <a:avLst>
              <a:gd name="adj" fmla="val 50000"/>
            </a:avLst>
          </a:prstGeom>
          <a:solidFill xmlns:a="http://schemas.openxmlformats.org/drawingml/2006/main">
            <a:srgbClr val="022F51"/>
          </a:solidFill>
          <a:ln xmlns:a="http://schemas.openxmlformats.org/drawingml/2006/main" w="9525">
            <a:solidFill>
              <a:srgbClr val="DDF3FF"/>
            </a:solid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PEP</a:t>
            </a:r>
          </a:p>
        </p:txBody>
      </p:sp>
      <p:sp>
        <p:nvSpPr>
          <p:cNvPr id="10" name="">
            <a:extLst xmlns:a="http://schemas.openxmlformats.org/drawingml/2006/main">
              <a:ext uri="{FF2B5EF4-FFF2-40B4-BE49-F238E27FC236}">
                <a16:creationId xmlns:a16="http://schemas.microsoft.com/office/drawing/2014/main" id="{CFA49125-CB89-41E2-BA34-1C951EEAAF11}"/>
              </a:ext>
            </a:extLst>
          </p:cNvPr>
          <p:cNvSpPr>
            <a:spLocks xmlns:a="http://schemas.openxmlformats.org/drawingml/2006/main" noGrp="1"/>
          </p:cNvSpPr>
          <p:nvPr/>
        </p:nvSpPr>
        <p:spPr>
          <a:xfrm xmlns:a="http://schemas.openxmlformats.org/drawingml/2006/main">
            <a:off x="10134600" y="5238750"/>
            <a:ext cx="1295400" cy="381000"/>
          </a:xfrm>
          <a:prstGeom xmlns:a="http://schemas.openxmlformats.org/drawingml/2006/main" prst="roundRect">
            <a:avLst>
              <a:gd name="adj" fmla="val 50000"/>
            </a:avLst>
          </a:prstGeom>
          <a:solidFill xmlns:a="http://schemas.openxmlformats.org/drawingml/2006/main">
            <a:srgbClr val="022F51"/>
          </a:solidFill>
          <a:ln xmlns:a="http://schemas.openxmlformats.org/drawingml/2006/main" w="9525">
            <a:solidFill>
              <a:srgbClr val="DDF3FF"/>
            </a:solid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Tjeneste</a:t>
            </a:r>
          </a:p>
        </p:txBody>
      </p:sp>
      <p:sp>
        <p:nvSpPr>
          <p:cNvPr id="11" name="">
            <a:extLst xmlns:a="http://schemas.openxmlformats.org/drawingml/2006/main">
              <a:ext uri="{FF2B5EF4-FFF2-40B4-BE49-F238E27FC236}">
                <a16:creationId xmlns:a16="http://schemas.microsoft.com/office/drawing/2014/main" id="{7DC8FE3B-113D-4857-AFBD-F72E2B0EC78D}"/>
              </a:ext>
            </a:extLst>
          </p:cNvPr>
          <p:cNvSpPr>
            <a:spLocks xmlns:a="http://schemas.openxmlformats.org/drawingml/2006/main" noGrp="1"/>
          </p:cNvSpPr>
          <p:nvPr/>
        </p:nvSpPr>
        <p:spPr>
          <a:xfrm xmlns:a="http://schemas.openxmlformats.org/drawingml/2006/main">
            <a:off x="457200" y="6477000"/>
            <a:ext cx="219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l">
              <a:buNone/>
              <a:defRPr sz="825" b="0">
                <a:solidFill>
                  <a:srgbClr val="FFFFFF"/>
                </a:solidFill>
                <a:latin typeface="Arial"/>
                <a:ea typeface="Arial"/>
                <a:cs typeface="Arial"/>
              </a:defRPr>
            </a:pPr>
            <a:r>
              <a:rPr sz="825" b="0">
                <a:solidFill>
                  <a:srgbClr val="FFFFFF"/>
                </a:solidFill>
                <a:latin typeface="Arial"/>
                <a:ea typeface="Arial"/>
                <a:cs typeface="Arial"/>
              </a:rPr>
              <a:t>Altinn Autorisasjon</a:t>
            </a:r>
          </a:p>
        </p:txBody>
      </p:sp>
      <p:sp>
        <p:nvSpPr>
          <p:cNvPr id="12" name="">
            <a:extLst xmlns:a="http://schemas.openxmlformats.org/drawingml/2006/main">
              <a:ext uri="{FF2B5EF4-FFF2-40B4-BE49-F238E27FC236}">
                <a16:creationId xmlns:a16="http://schemas.microsoft.com/office/drawing/2014/main" id="{0388A279-8450-4EE5-9887-D37D15AE0B1C}"/>
              </a:ext>
            </a:extLst>
          </p:cNvPr>
          <p:cNvSpPr>
            <a:spLocks xmlns:a="http://schemas.openxmlformats.org/drawingml/2006/main" noGrp="1"/>
          </p:cNvSpPr>
          <p:nvPr/>
        </p:nvSpPr>
        <p:spPr>
          <a:xfrm xmlns:a="http://schemas.openxmlformats.org/drawingml/2006/main">
            <a:off x="11239500" y="6457950"/>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r">
              <a:buNone/>
              <a:defRPr sz="825" b="0">
                <a:solidFill>
                  <a:srgbClr val="FFFFFF"/>
                </a:solidFill>
                <a:latin typeface="Arial"/>
                <a:ea typeface="Arial"/>
                <a:cs typeface="Arial"/>
              </a:defRPr>
            </a:pPr>
            <a:r>
              <a:rPr sz="825" b="0">
                <a:solidFill>
                  <a:srgbClr val="FFFFFF"/>
                </a:solidFill>
                <a:latin typeface="Arial"/>
                <a:ea typeface="Arial"/>
                <a:cs typeface="Arial"/>
              </a:rPr>
              <a:t>22</a:t>
            </a:r>
          </a:p>
        </p:txBody>
      </p:sp>
    </p:spTree>
    <p:extLst>
      <p:ext uri="{BB962C8B-B14F-4D97-AF65-F5344CB8AC3E}">
        <p14:creationId xmlns:p14="http://schemas.microsoft.com/office/powerpoint/2010/main" val="30551435"/>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section-11">
            <a:extLst xmlns:a="http://schemas.openxmlformats.org/drawingml/2006/main">
              <a:ext uri="{FF2B5EF4-FFF2-40B4-BE49-F238E27FC236}">
                <a16:creationId xmlns:a16="http://schemas.microsoft.com/office/drawing/2014/main" id="{84D4A80D-23B9-422E-A76C-101BAFED862B}"/>
              </a:ext>
            </a:extLst>
          </p:cNvPr>
          <p:cNvSpPr>
            <a:spLocks xmlns:a="http://schemas.openxmlformats.org/drawingml/2006/main" noGrp="1"/>
          </p:cNvSpPr>
          <p:nvPr/>
        </p:nvSpPr>
        <p:spPr>
          <a:xfrm xmlns:a="http://schemas.openxmlformats.org/drawingml/2006/main">
            <a:off x="457200" y="3238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0062BA"/>
                </a:solidFill>
                <a:latin typeface="Arial"/>
                <a:ea typeface="Arial"/>
                <a:cs typeface="Arial"/>
              </a:defRPr>
            </a:pPr>
            <a:r>
              <a:rPr sz="1050" b="1">
                <a:solidFill>
                  <a:srgbClr val="0062BA"/>
                </a:solidFill>
                <a:latin typeface="Arial"/>
                <a:ea typeface="Arial"/>
                <a:cs typeface="Arial"/>
              </a:rPr>
              <a:t>SPESIALISERTE TILBUD</a:t>
            </a:r>
          </a:p>
        </p:txBody>
      </p:sp>
      <p:sp>
        <p:nvSpPr>
          <p:cNvPr id="2" name="title-11">
            <a:extLst xmlns:a="http://schemas.openxmlformats.org/drawingml/2006/main">
              <a:ext uri="{FF2B5EF4-FFF2-40B4-BE49-F238E27FC236}">
                <a16:creationId xmlns:a16="http://schemas.microsoft.com/office/drawing/2014/main" id="{DEC78BEE-EC4C-48A9-996F-F587CBD5DF4D}"/>
              </a:ext>
            </a:extLst>
          </p:cNvPr>
          <p:cNvSpPr>
            <a:spLocks xmlns:a="http://schemas.openxmlformats.org/drawingml/2006/main" noGrp="1"/>
          </p:cNvSpPr>
          <p:nvPr/>
        </p:nvSpPr>
        <p:spPr>
          <a:xfrm xmlns:a="http://schemas.openxmlformats.org/drawingml/2006/main">
            <a:off x="457200" y="647700"/>
            <a:ext cx="11049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150" b="1">
                <a:solidFill>
                  <a:srgbClr val="1E2B3C"/>
                </a:solidFill>
                <a:latin typeface="Arial"/>
                <a:ea typeface="Arial"/>
                <a:cs typeface="Arial"/>
              </a:defRPr>
            </a:pPr>
            <a:r>
              <a:rPr sz="3150" b="1">
                <a:solidFill>
                  <a:srgbClr val="1E2B3C"/>
                </a:solidFill>
                <a:latin typeface="Arial"/>
                <a:ea typeface="Arial"/>
                <a:cs typeface="Arial"/>
              </a:rPr>
              <a:t>Systembruker gir fagsystemet avgrenset fullmakt</a:t>
            </a:r>
          </a:p>
        </p:txBody>
      </p:sp>
      <p:sp>
        <p:nvSpPr>
          <p:cNvPr id="3" name="">
            <a:extLst xmlns:a="http://schemas.openxmlformats.org/drawingml/2006/main">
              <a:ext uri="{FF2B5EF4-FFF2-40B4-BE49-F238E27FC236}">
                <a16:creationId xmlns:a16="http://schemas.microsoft.com/office/drawing/2014/main" id="{B03FB01C-6B53-406A-96E0-97C26D00DA6F}"/>
              </a:ext>
            </a:extLst>
          </p:cNvPr>
          <p:cNvSpPr>
            <a:spLocks xmlns:a="http://schemas.openxmlformats.org/drawingml/2006/main" noGrp="1"/>
          </p:cNvSpPr>
          <p:nvPr/>
        </p:nvSpPr>
        <p:spPr>
          <a:xfrm xmlns:a="http://schemas.openxmlformats.org/drawingml/2006/main">
            <a:off x="457200" y="14668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0">
                <a:solidFill>
                  <a:srgbClr val="52616B"/>
                </a:solidFill>
                <a:latin typeface="Arial"/>
                <a:ea typeface="Arial"/>
                <a:cs typeface="Arial"/>
              </a:defRPr>
            </a:pPr>
            <a:r>
              <a:rPr sz="1725" b="0">
                <a:solidFill>
                  <a:srgbClr val="52616B"/>
                </a:solidFill>
                <a:latin typeface="Arial"/>
                <a:ea typeface="Arial"/>
                <a:cs typeface="Arial"/>
              </a:rPr>
              <a:t>Når en oppgave ikke trenger å utføres av en bestemt person, kan et system handle på vegne av virksomheten.</a:t>
            </a:r>
          </a:p>
        </p:txBody>
      </p:sp>
      <p:sp>
        <p:nvSpPr>
          <p:cNvPr id="4" name="">
            <a:extLst xmlns:a="http://schemas.openxmlformats.org/drawingml/2006/main">
              <a:ext uri="{FF2B5EF4-FFF2-40B4-BE49-F238E27FC236}">
                <a16:creationId xmlns:a16="http://schemas.microsoft.com/office/drawing/2014/main" id="{96BBDBBF-3270-4550-8086-E95E24A3FD68}"/>
              </a:ext>
            </a:extLst>
          </p:cNvPr>
          <p:cNvSpPr>
            <a:spLocks xmlns:a="http://schemas.openxmlformats.org/drawingml/2006/main" noGrp="1"/>
          </p:cNvSpPr>
          <p:nvPr/>
        </p:nvSpPr>
        <p:spPr>
          <a:xfrm xmlns:a="http://schemas.openxmlformats.org/drawingml/2006/main">
            <a:off x="742950" y="2905125"/>
            <a:ext cx="876300" cy="876300"/>
          </a:xfrm>
          <a:prstGeom xmlns:a="http://schemas.openxmlformats.org/drawingml/2006/main" prst="ellipse">
            <a:avLst/>
          </a:prstGeom>
          <a:solidFill xmlns:a="http://schemas.openxmlformats.org/drawingml/2006/main">
            <a:srgbClr val="DDF3FF"/>
          </a:solidFill>
          <a:ln xmlns:a="http://schemas.openxmlformats.org/drawingml/2006/main" w="19050">
            <a:solidFill>
              <a:srgbClr val="0062BA"/>
            </a:solid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022F51"/>
                </a:solidFill>
                <a:latin typeface="Arial"/>
                <a:ea typeface="Arial"/>
                <a:cs typeface="Arial"/>
              </a:defRPr>
            </a:pPr>
            <a:r>
              <a:rPr sz="2550" b="1">
                <a:solidFill>
                  <a:srgbClr val="022F51"/>
                </a:solidFill>
                <a:latin typeface="Arial"/>
                <a:ea typeface="Arial"/>
                <a:cs typeface="Arial"/>
              </a:rPr>
              <a:t>V</a:t>
            </a:r>
          </a:p>
        </p:txBody>
      </p:sp>
      <p:sp>
        <p:nvSpPr>
          <p:cNvPr id="5" name="">
            <a:extLst xmlns:a="http://schemas.openxmlformats.org/drawingml/2006/main">
              <a:ext uri="{FF2B5EF4-FFF2-40B4-BE49-F238E27FC236}">
                <a16:creationId xmlns:a16="http://schemas.microsoft.com/office/drawing/2014/main" id="{8ED2804D-8A2C-4492-BB2A-244086407501}"/>
              </a:ext>
            </a:extLst>
          </p:cNvPr>
          <p:cNvSpPr>
            <a:spLocks xmlns:a="http://schemas.openxmlformats.org/drawingml/2006/main" noGrp="1"/>
          </p:cNvSpPr>
          <p:nvPr/>
        </p:nvSpPr>
        <p:spPr>
          <a:xfrm xmlns:a="http://schemas.openxmlformats.org/drawingml/2006/main">
            <a:off x="323850" y="3876675"/>
            <a:ext cx="1714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425" b="1">
                <a:solidFill>
                  <a:srgbClr val="1E2B3C"/>
                </a:solidFill>
                <a:latin typeface="Arial"/>
                <a:ea typeface="Arial"/>
                <a:cs typeface="Arial"/>
              </a:defRPr>
            </a:pPr>
            <a:r>
              <a:rPr sz="1425" b="1">
                <a:solidFill>
                  <a:srgbClr val="1E2B3C"/>
                </a:solidFill>
                <a:latin typeface="Arial"/>
                <a:ea typeface="Arial"/>
                <a:cs typeface="Arial"/>
              </a:rPr>
              <a:t>Virksomheten</a:t>
            </a:r>
          </a:p>
        </p:txBody>
      </p:sp>
      <p:sp>
        <p:nvSpPr>
          <p:cNvPr id="6" name="">
            <a:extLst xmlns:a="http://schemas.openxmlformats.org/drawingml/2006/main">
              <a:ext uri="{FF2B5EF4-FFF2-40B4-BE49-F238E27FC236}">
                <a16:creationId xmlns:a16="http://schemas.microsoft.com/office/drawing/2014/main" id="{0043211A-3566-4C7C-8EA3-F9FB9FDFF833}"/>
              </a:ext>
            </a:extLst>
          </p:cNvPr>
          <p:cNvSpPr>
            <a:spLocks xmlns:a="http://schemas.openxmlformats.org/drawingml/2006/main" noGrp="1"/>
          </p:cNvSpPr>
          <p:nvPr/>
        </p:nvSpPr>
        <p:spPr>
          <a:xfrm xmlns:a="http://schemas.openxmlformats.org/drawingml/2006/main">
            <a:off x="3352800" y="2686050"/>
            <a:ext cx="1790700" cy="1333500"/>
          </a:xfrm>
          <a:prstGeom xmlns:a="http://schemas.openxmlformats.org/drawingml/2006/main" prst="roundRect">
            <a:avLst>
              <a:gd name="adj" fmla="val 11429"/>
            </a:avLst>
          </a:prstGeom>
          <a:solidFill xmlns:a="http://schemas.openxmlformats.org/drawingml/2006/main">
            <a:srgbClr val="0062BA"/>
          </a:solidFill>
          <a:ln xmlns:a="http://schemas.openxmlformats.org/drawingml/2006/main" w="9525">
            <a:solidFill>
              <a:srgbClr val="0062BA"/>
            </a:solidFill>
            <a:prstDash val="solid"/>
          </a:ln>
        </p:spPr>
        <p:txBody>
          <a:bodyPr xmlns:a="http://schemas.openxmlformats.org/drawingml/2006/main" anchor="ctr"/>
          <a:lstStyle xmlns:a="http://schemas.openxmlformats.org/drawingml/2006/main"/>
          <a:p xmlns:a="http://schemas.openxmlformats.org/drawingml/2006/main">
            <a:pPr algn="ctr">
              <a:buNone/>
              <a:defRPr sz="1800" b="1">
                <a:solidFill>
                  <a:srgbClr val="FFFFFF"/>
                </a:solidFill>
                <a:latin typeface="Arial"/>
                <a:ea typeface="Arial"/>
                <a:cs typeface="Arial"/>
              </a:defRPr>
            </a:pPr>
            <a:r>
              <a:rPr sz="1800" b="1">
                <a:solidFill>
                  <a:srgbClr val="FFFFFF"/>
                </a:solidFill>
                <a:latin typeface="Arial"/>
                <a:ea typeface="Arial"/>
                <a:cs typeface="Arial"/>
              </a:rPr>
              <a:t>SYSTEM-</a:t>
            </a:r>
          </a:p>
          <a:p xmlns:a="http://schemas.openxmlformats.org/drawingml/2006/main">
            <a:pPr algn="ctr">
              <a:buNone/>
              <a:defRPr sz="1800" b="1">
                <a:solidFill>
                  <a:srgbClr val="FFFFFF"/>
                </a:solidFill>
                <a:latin typeface="Arial"/>
                <a:ea typeface="Arial"/>
                <a:cs typeface="Arial"/>
              </a:defRPr>
            </a:pPr>
            <a:r>
              <a:rPr sz="1800" b="1">
                <a:solidFill>
                  <a:srgbClr val="FFFFFF"/>
                </a:solidFill>
                <a:latin typeface="Arial"/>
                <a:ea typeface="Arial"/>
                <a:cs typeface="Arial"/>
              </a:rPr>
              <a:t>BRUKER</a:t>
            </a:r>
          </a:p>
        </p:txBody>
      </p:sp>
      <p:sp>
        <p:nvSpPr>
          <p:cNvPr id="7" name="">
            <a:extLst xmlns:a="http://schemas.openxmlformats.org/drawingml/2006/main">
              <a:ext uri="{FF2B5EF4-FFF2-40B4-BE49-F238E27FC236}">
                <a16:creationId xmlns:a16="http://schemas.microsoft.com/office/drawing/2014/main" id="{AA1D85DF-B076-493D-82AD-D3535B84332E}"/>
              </a:ext>
            </a:extLst>
          </p:cNvPr>
          <p:cNvSpPr>
            <a:spLocks xmlns:a="http://schemas.openxmlformats.org/drawingml/2006/main" noGrp="1"/>
          </p:cNvSpPr>
          <p:nvPr/>
        </p:nvSpPr>
        <p:spPr>
          <a:xfrm xmlns:a="http://schemas.openxmlformats.org/drawingml/2006/main">
            <a:off x="6191250" y="2905125"/>
            <a:ext cx="876300" cy="876300"/>
          </a:xfrm>
          <a:prstGeom xmlns:a="http://schemas.openxmlformats.org/drawingml/2006/main" prst="ellipse">
            <a:avLst/>
          </a:prstGeom>
          <a:solidFill xmlns:a="http://schemas.openxmlformats.org/drawingml/2006/main">
            <a:srgbClr val="DDF3FF"/>
          </a:solidFill>
          <a:ln xmlns:a="http://schemas.openxmlformats.org/drawingml/2006/main" w="19050">
            <a:solidFill>
              <a:srgbClr val="0062BA"/>
            </a:solid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022F51"/>
                </a:solidFill>
                <a:latin typeface="Arial"/>
                <a:ea typeface="Arial"/>
                <a:cs typeface="Arial"/>
              </a:defRPr>
            </a:pPr>
            <a:r>
              <a:rPr sz="2550" b="1">
                <a:solidFill>
                  <a:srgbClr val="022F51"/>
                </a:solidFill>
                <a:latin typeface="Arial"/>
                <a:ea typeface="Arial"/>
                <a:cs typeface="Arial"/>
              </a:rPr>
              <a:t>S</a:t>
            </a:r>
          </a:p>
        </p:txBody>
      </p:sp>
      <p:sp>
        <p:nvSpPr>
          <p:cNvPr id="8" name="">
            <a:extLst xmlns:a="http://schemas.openxmlformats.org/drawingml/2006/main">
              <a:ext uri="{FF2B5EF4-FFF2-40B4-BE49-F238E27FC236}">
                <a16:creationId xmlns:a16="http://schemas.microsoft.com/office/drawing/2014/main" id="{1191E3BB-6BC9-493C-995F-E8402BD7256B}"/>
              </a:ext>
            </a:extLst>
          </p:cNvPr>
          <p:cNvSpPr>
            <a:spLocks xmlns:a="http://schemas.openxmlformats.org/drawingml/2006/main" noGrp="1"/>
          </p:cNvSpPr>
          <p:nvPr/>
        </p:nvSpPr>
        <p:spPr>
          <a:xfrm xmlns:a="http://schemas.openxmlformats.org/drawingml/2006/main">
            <a:off x="5772150" y="3876675"/>
            <a:ext cx="1714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425" b="1">
                <a:solidFill>
                  <a:srgbClr val="1E2B3C"/>
                </a:solidFill>
                <a:latin typeface="Arial"/>
                <a:ea typeface="Arial"/>
                <a:cs typeface="Arial"/>
              </a:defRPr>
            </a:pPr>
            <a:r>
              <a:rPr sz="1425" b="1">
                <a:solidFill>
                  <a:srgbClr val="1E2B3C"/>
                </a:solidFill>
                <a:latin typeface="Arial"/>
                <a:ea typeface="Arial"/>
                <a:cs typeface="Arial"/>
              </a:rPr>
              <a:t>Fagsystem</a:t>
            </a:r>
          </a:p>
        </p:txBody>
      </p:sp>
      <p:sp>
        <p:nvSpPr>
          <p:cNvPr id="9" name="">
            <a:extLst xmlns:a="http://schemas.openxmlformats.org/drawingml/2006/main">
              <a:ext uri="{FF2B5EF4-FFF2-40B4-BE49-F238E27FC236}">
                <a16:creationId xmlns:a16="http://schemas.microsoft.com/office/drawing/2014/main" id="{8629389C-6730-45DB-87FD-A919F7747279}"/>
              </a:ext>
            </a:extLst>
          </p:cNvPr>
          <p:cNvSpPr>
            <a:spLocks xmlns:a="http://schemas.openxmlformats.org/drawingml/2006/main" noGrp="1"/>
          </p:cNvSpPr>
          <p:nvPr/>
        </p:nvSpPr>
        <p:spPr>
          <a:xfrm xmlns:a="http://schemas.openxmlformats.org/drawingml/2006/main">
            <a:off x="9620250" y="2905125"/>
            <a:ext cx="876300" cy="876300"/>
          </a:xfrm>
          <a:prstGeom xmlns:a="http://schemas.openxmlformats.org/drawingml/2006/main" prst="ellipse">
            <a:avLst/>
          </a:prstGeom>
          <a:solidFill xmlns:a="http://schemas.openxmlformats.org/drawingml/2006/main">
            <a:srgbClr val="DDF3FF"/>
          </a:solidFill>
          <a:ln xmlns:a="http://schemas.openxmlformats.org/drawingml/2006/main" w="19050">
            <a:solidFill>
              <a:srgbClr val="0062BA"/>
            </a:solidFill>
            <a:prstDash val="solid"/>
          </a:ln>
        </p:spPr>
        <p:txBody>
          <a:bodyPr xmlns:a="http://schemas.openxmlformats.org/drawingml/2006/main" anchor="ctr"/>
          <a:lstStyle xmlns:a="http://schemas.openxmlformats.org/drawingml/2006/main"/>
          <a:p xmlns:a="http://schemas.openxmlformats.org/drawingml/2006/main">
            <a:pPr algn="ctr">
              <a:buNone/>
              <a:defRPr sz="1875" b="1">
                <a:solidFill>
                  <a:srgbClr val="022F51"/>
                </a:solidFill>
                <a:latin typeface="Arial"/>
                <a:ea typeface="Arial"/>
                <a:cs typeface="Arial"/>
              </a:defRPr>
            </a:pPr>
            <a:r>
              <a:rPr sz="1875" b="1">
                <a:solidFill>
                  <a:srgbClr val="022F51"/>
                </a:solidFill>
                <a:latin typeface="Arial"/>
                <a:ea typeface="Arial"/>
                <a:cs typeface="Arial"/>
              </a:rPr>
              <a:t>API</a:t>
            </a:r>
          </a:p>
        </p:txBody>
      </p:sp>
      <p:sp>
        <p:nvSpPr>
          <p:cNvPr id="10" name="">
            <a:extLst xmlns:a="http://schemas.openxmlformats.org/drawingml/2006/main">
              <a:ext uri="{FF2B5EF4-FFF2-40B4-BE49-F238E27FC236}">
                <a16:creationId xmlns:a16="http://schemas.microsoft.com/office/drawing/2014/main" id="{8D61D0C8-0483-4EFD-917D-0A744DDD22FB}"/>
              </a:ext>
            </a:extLst>
          </p:cNvPr>
          <p:cNvSpPr>
            <a:spLocks xmlns:a="http://schemas.openxmlformats.org/drawingml/2006/main" noGrp="1"/>
          </p:cNvSpPr>
          <p:nvPr/>
        </p:nvSpPr>
        <p:spPr>
          <a:xfrm xmlns:a="http://schemas.openxmlformats.org/drawingml/2006/main">
            <a:off x="9201150" y="3876675"/>
            <a:ext cx="1714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425" b="1">
                <a:solidFill>
                  <a:srgbClr val="1E2B3C"/>
                </a:solidFill>
                <a:latin typeface="Arial"/>
                <a:ea typeface="Arial"/>
                <a:cs typeface="Arial"/>
              </a:defRPr>
            </a:pPr>
            <a:r>
              <a:rPr sz="1425" b="1">
                <a:solidFill>
                  <a:srgbClr val="1E2B3C"/>
                </a:solidFill>
                <a:latin typeface="Arial"/>
                <a:ea typeface="Arial"/>
                <a:cs typeface="Arial"/>
              </a:rPr>
              <a:t>Offentlig API</a:t>
            </a:r>
          </a:p>
        </p:txBody>
      </p:sp>
      <p:cxnSp>
        <p:nvCxnSpPr>
          <p:cNvPr id="268" name=""/>
          <p:cNvCxnSpPr>
            <a:stCxn xmlns:a="http://schemas.openxmlformats.org/drawingml/2006/main" id="4" idx="6"/>
            <a:endCxn xmlns:a="http://schemas.openxmlformats.org/drawingml/2006/main" id="6" idx="1"/>
          </p:cNvCxnSpPr>
          <p:nvPr/>
        </p:nvCxnSpPr>
        <p:spPr>
          <a:xfrm xmlns:a="http://schemas.openxmlformats.org/drawingml/2006/main">
            <a:off x="1619250" y="3343275"/>
            <a:ext cx="1733550" cy="9525"/>
          </a:xfrm>
          <a:prstGeom xmlns:a="http://schemas.openxmlformats.org/drawingml/2006/main" prst="straightConnector1">
            <a:avLst/>
          </a:prstGeom>
          <a:ln xmlns:a="http://schemas.openxmlformats.org/drawingml/2006/main" w="28575">
            <a:solidFill>
              <a:srgbClr val="0062BA"/>
            </a:solidFill>
            <a:prstDash val="solid"/>
            <a:headEnd type="none" w="med" len="med"/>
            <a:tailEnd type="triangle" w="sm" len="sm"/>
          </a:ln>
        </p:spPr>
      </p:cxnSp>
      <p:cxnSp>
        <p:nvCxnSpPr>
          <p:cNvPr id="269" name=""/>
          <p:cNvCxnSpPr>
            <a:stCxn xmlns:a="http://schemas.openxmlformats.org/drawingml/2006/main" id="6" idx="3"/>
            <a:endCxn xmlns:a="http://schemas.openxmlformats.org/drawingml/2006/main" id="7" idx="2"/>
          </p:cNvCxnSpPr>
          <p:nvPr/>
        </p:nvCxnSpPr>
        <p:spPr>
          <a:xfrm xmlns:a="http://schemas.openxmlformats.org/drawingml/2006/main" flipV="1">
            <a:off x="5143500" y="3343275"/>
            <a:ext cx="1047750" cy="9525"/>
          </a:xfrm>
          <a:prstGeom xmlns:a="http://schemas.openxmlformats.org/drawingml/2006/main" prst="straightConnector1">
            <a:avLst/>
          </a:prstGeom>
          <a:ln xmlns:a="http://schemas.openxmlformats.org/drawingml/2006/main" w="28575">
            <a:solidFill>
              <a:srgbClr val="0062BA"/>
            </a:solidFill>
            <a:prstDash val="solid"/>
            <a:headEnd type="none" w="med" len="med"/>
            <a:tailEnd type="triangle" w="sm" len="sm"/>
          </a:ln>
        </p:spPr>
      </p:cxnSp>
      <p:cxnSp>
        <p:nvCxnSpPr>
          <p:cNvPr id="270" name=""/>
          <p:cNvCxnSpPr>
            <a:stCxn xmlns:a="http://schemas.openxmlformats.org/drawingml/2006/main" id="7" idx="6"/>
            <a:endCxn xmlns:a="http://schemas.openxmlformats.org/drawingml/2006/main" id="9" idx="2"/>
          </p:cNvCxnSpPr>
          <p:nvPr/>
        </p:nvCxnSpPr>
        <p:spPr>
          <a:xfrm xmlns:a="http://schemas.openxmlformats.org/drawingml/2006/main">
            <a:off x="7067550" y="3343275"/>
            <a:ext cx="2552700" cy="0"/>
          </a:xfrm>
          <a:prstGeom xmlns:a="http://schemas.openxmlformats.org/drawingml/2006/main" prst="straightConnector1">
            <a:avLst/>
          </a:prstGeom>
          <a:ln xmlns:a="http://schemas.openxmlformats.org/drawingml/2006/main" w="28575">
            <a:solidFill>
              <a:srgbClr val="0062BA"/>
            </a:solidFill>
            <a:prstDash val="solid"/>
            <a:headEnd type="none" w="med" len="med"/>
            <a:tailEnd type="triangle" w="sm" len="sm"/>
          </a:ln>
        </p:spPr>
      </p:cxnSp>
      <p:sp>
        <p:nvSpPr>
          <p:cNvPr id="14" name="">
            <a:extLst xmlns:a="http://schemas.openxmlformats.org/drawingml/2006/main">
              <a:ext uri="{FF2B5EF4-FFF2-40B4-BE49-F238E27FC236}">
                <a16:creationId xmlns:a16="http://schemas.microsoft.com/office/drawing/2014/main" id="{B2D450E8-3C9F-4835-94D4-C5A78DDE0680}"/>
              </a:ext>
            </a:extLst>
          </p:cNvPr>
          <p:cNvSpPr>
            <a:spLocks xmlns:a="http://schemas.openxmlformats.org/drawingml/2006/main" noGrp="1"/>
          </p:cNvSpPr>
          <p:nvPr/>
        </p:nvSpPr>
        <p:spPr>
          <a:xfrm xmlns:a="http://schemas.openxmlformats.org/drawingml/2006/main">
            <a:off x="1905000" y="2438400"/>
            <a:ext cx="1428750" cy="4000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0062BA"/>
            </a:solidFill>
            <a:prstDash val="solid"/>
          </a:ln>
        </p:spPr>
        <p:txBody>
          <a:bodyPr xmlns:a="http://schemas.openxmlformats.org/drawingml/2006/main" anchor="ctr"/>
          <a:lstStyle xmlns:a="http://schemas.openxmlformats.org/drawingml/2006/main"/>
          <a:p xmlns:a="http://schemas.openxmlformats.org/drawingml/2006/main">
            <a:pPr algn="ctr">
              <a:buNone/>
              <a:defRPr sz="1275" b="1">
                <a:solidFill>
                  <a:srgbClr val="022F51"/>
                </a:solidFill>
                <a:latin typeface="Arial"/>
                <a:ea typeface="Arial"/>
                <a:cs typeface="Arial"/>
              </a:defRPr>
            </a:pPr>
            <a:r>
              <a:rPr sz="1275" b="1">
                <a:solidFill>
                  <a:srgbClr val="022F51"/>
                </a:solidFill>
                <a:latin typeface="Arial"/>
                <a:ea typeface="Arial"/>
                <a:cs typeface="Arial"/>
              </a:rPr>
              <a:t>gir fullmakt</a:t>
            </a:r>
          </a:p>
        </p:txBody>
      </p:sp>
      <p:sp>
        <p:nvSpPr>
          <p:cNvPr id="15" name="">
            <a:extLst xmlns:a="http://schemas.openxmlformats.org/drawingml/2006/main">
              <a:ext uri="{FF2B5EF4-FFF2-40B4-BE49-F238E27FC236}">
                <a16:creationId xmlns:a16="http://schemas.microsoft.com/office/drawing/2014/main" id="{6919E58A-AB56-442F-AAD2-F92CB07BBBDB}"/>
              </a:ext>
            </a:extLst>
          </p:cNvPr>
          <p:cNvSpPr>
            <a:spLocks xmlns:a="http://schemas.openxmlformats.org/drawingml/2006/main" noGrp="1"/>
          </p:cNvSpPr>
          <p:nvPr/>
        </p:nvSpPr>
        <p:spPr>
          <a:xfrm xmlns:a="http://schemas.openxmlformats.org/drawingml/2006/main">
            <a:off x="5219700" y="2438400"/>
            <a:ext cx="1066800" cy="4000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0062BA"/>
            </a:solidFill>
            <a:prstDash val="solid"/>
          </a:ln>
        </p:spPr>
        <p:txBody>
          <a:bodyPr xmlns:a="http://schemas.openxmlformats.org/drawingml/2006/main" anchor="ctr"/>
          <a:lstStyle xmlns:a="http://schemas.openxmlformats.org/drawingml/2006/main"/>
          <a:p xmlns:a="http://schemas.openxmlformats.org/drawingml/2006/main">
            <a:pPr algn="ctr">
              <a:buNone/>
              <a:defRPr sz="1275" b="1">
                <a:solidFill>
                  <a:srgbClr val="022F51"/>
                </a:solidFill>
                <a:latin typeface="Arial"/>
                <a:ea typeface="Arial"/>
                <a:cs typeface="Arial"/>
              </a:defRPr>
            </a:pPr>
            <a:r>
              <a:rPr sz="1275" b="1">
                <a:solidFill>
                  <a:srgbClr val="022F51"/>
                </a:solidFill>
                <a:latin typeface="Arial"/>
                <a:ea typeface="Arial"/>
                <a:cs typeface="Arial"/>
              </a:rPr>
              <a:t>brukes av</a:t>
            </a:r>
          </a:p>
        </p:txBody>
      </p:sp>
      <p:sp>
        <p:nvSpPr>
          <p:cNvPr id="16" name="">
            <a:extLst xmlns:a="http://schemas.openxmlformats.org/drawingml/2006/main">
              <a:ext uri="{FF2B5EF4-FFF2-40B4-BE49-F238E27FC236}">
                <a16:creationId xmlns:a16="http://schemas.microsoft.com/office/drawing/2014/main" id="{88E4B501-8714-46BE-A9C3-A9BE97549FD0}"/>
              </a:ext>
            </a:extLst>
          </p:cNvPr>
          <p:cNvSpPr>
            <a:spLocks xmlns:a="http://schemas.openxmlformats.org/drawingml/2006/main" noGrp="1"/>
          </p:cNvSpPr>
          <p:nvPr/>
        </p:nvSpPr>
        <p:spPr>
          <a:xfrm xmlns:a="http://schemas.openxmlformats.org/drawingml/2006/main">
            <a:off x="8001000" y="2438400"/>
            <a:ext cx="1047750" cy="4000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0062BA"/>
            </a:solidFill>
            <a:prstDash val="solid"/>
          </a:ln>
        </p:spPr>
        <p:txBody>
          <a:bodyPr xmlns:a="http://schemas.openxmlformats.org/drawingml/2006/main" anchor="ctr"/>
          <a:lstStyle xmlns:a="http://schemas.openxmlformats.org/drawingml/2006/main"/>
          <a:p xmlns:a="http://schemas.openxmlformats.org/drawingml/2006/main">
            <a:pPr algn="ctr">
              <a:buNone/>
              <a:defRPr sz="1275" b="1">
                <a:solidFill>
                  <a:srgbClr val="022F51"/>
                </a:solidFill>
                <a:latin typeface="Arial"/>
                <a:ea typeface="Arial"/>
                <a:cs typeface="Arial"/>
              </a:defRPr>
            </a:pPr>
            <a:r>
              <a:rPr sz="1275" b="1">
                <a:solidFill>
                  <a:srgbClr val="022F51"/>
                </a:solidFill>
                <a:latin typeface="Arial"/>
                <a:ea typeface="Arial"/>
                <a:cs typeface="Arial"/>
              </a:rPr>
              <a:t>kaller</a:t>
            </a:r>
          </a:p>
        </p:txBody>
      </p:sp>
      <p:sp>
        <p:nvSpPr>
          <p:cNvPr id="17" name="">
            <a:extLst xmlns:a="http://schemas.openxmlformats.org/drawingml/2006/main">
              <a:ext uri="{FF2B5EF4-FFF2-40B4-BE49-F238E27FC236}">
                <a16:creationId xmlns:a16="http://schemas.microsoft.com/office/drawing/2014/main" id="{3FE158E3-26F7-448B-8869-4D5B30144F66}"/>
              </a:ext>
            </a:extLst>
          </p:cNvPr>
          <p:cNvSpPr>
            <a:spLocks xmlns:a="http://schemas.openxmlformats.org/drawingml/2006/main" noGrp="1"/>
          </p:cNvSpPr>
          <p:nvPr/>
        </p:nvSpPr>
        <p:spPr>
          <a:xfrm xmlns:a="http://schemas.openxmlformats.org/drawingml/2006/main">
            <a:off x="2381250" y="4953000"/>
            <a:ext cx="7429500" cy="933450"/>
          </a:xfrm>
          <a:prstGeom xmlns:a="http://schemas.openxmlformats.org/drawingml/2006/main" prst="roundRect">
            <a:avLst>
              <a:gd name="adj" fmla="val 12245"/>
            </a:avLst>
          </a:prstGeom>
          <a:solidFill xmlns:a="http://schemas.openxmlformats.org/drawingml/2006/main">
            <a:srgbClr val="EEF8FD"/>
          </a:solidFill>
          <a:ln xmlns:a="http://schemas.openxmlformats.org/drawingml/2006/main" w="9525">
            <a:solidFill>
              <a:srgbClr val="A6D8F2"/>
            </a:solidFill>
            <a:prstDash val="solid"/>
          </a:ln>
        </p:spPr>
      </p:sp>
      <p:sp>
        <p:nvSpPr>
          <p:cNvPr id="18" name="">
            <a:extLst xmlns:a="http://schemas.openxmlformats.org/drawingml/2006/main">
              <a:ext uri="{FF2B5EF4-FFF2-40B4-BE49-F238E27FC236}">
                <a16:creationId xmlns:a16="http://schemas.microsoft.com/office/drawing/2014/main" id="{16DD54A9-E7C1-419C-B0F2-C8410DB32D8F}"/>
              </a:ext>
            </a:extLst>
          </p:cNvPr>
          <p:cNvSpPr>
            <a:spLocks xmlns:a="http://schemas.openxmlformats.org/drawingml/2006/main" noGrp="1"/>
          </p:cNvSpPr>
          <p:nvPr/>
        </p:nvSpPr>
        <p:spPr>
          <a:xfrm xmlns:a="http://schemas.openxmlformats.org/drawingml/2006/main">
            <a:off x="2647950" y="5143500"/>
            <a:ext cx="3429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00" b="1">
                <a:solidFill>
                  <a:srgbClr val="022F51"/>
                </a:solidFill>
                <a:latin typeface="Arial"/>
                <a:ea typeface="Arial"/>
                <a:cs typeface="Arial"/>
              </a:defRPr>
            </a:pPr>
            <a:r>
              <a:rPr sz="1500" b="1">
                <a:solidFill>
                  <a:srgbClr val="022F51"/>
                </a:solidFill>
                <a:latin typeface="Arial"/>
                <a:ea typeface="Arial"/>
                <a:cs typeface="Arial"/>
              </a:rPr>
              <a:t>Maskinporten bekrefter systemet og virksomheten</a:t>
            </a:r>
          </a:p>
        </p:txBody>
      </p:sp>
      <p:sp>
        <p:nvSpPr>
          <p:cNvPr id="19" name="">
            <a:extLst xmlns:a="http://schemas.openxmlformats.org/drawingml/2006/main">
              <a:ext uri="{FF2B5EF4-FFF2-40B4-BE49-F238E27FC236}">
                <a16:creationId xmlns:a16="http://schemas.microsoft.com/office/drawing/2014/main" id="{34D9A3CD-7A12-4EC6-BE7B-D60A9BC92154}"/>
              </a:ext>
            </a:extLst>
          </p:cNvPr>
          <p:cNvSpPr>
            <a:spLocks xmlns:a="http://schemas.openxmlformats.org/drawingml/2006/main" noGrp="1"/>
          </p:cNvSpPr>
          <p:nvPr/>
        </p:nvSpPr>
        <p:spPr>
          <a:xfrm xmlns:a="http://schemas.openxmlformats.org/drawingml/2006/main">
            <a:off x="6191250" y="5143500"/>
            <a:ext cx="3333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00" b="1">
                <a:solidFill>
                  <a:srgbClr val="022F51"/>
                </a:solidFill>
                <a:latin typeface="Arial"/>
                <a:ea typeface="Arial"/>
                <a:cs typeface="Arial"/>
              </a:defRPr>
            </a:pPr>
            <a:r>
              <a:rPr sz="1500" b="1">
                <a:solidFill>
                  <a:srgbClr val="022F51"/>
                </a:solidFill>
                <a:latin typeface="Arial"/>
                <a:ea typeface="Arial"/>
                <a:cs typeface="Arial"/>
              </a:rPr>
              <a:t>Altinn Autorisasjon kontrollerer den finkornede fullmakten</a:t>
            </a:r>
          </a:p>
        </p:txBody>
      </p:sp>
      <p:sp>
        <p:nvSpPr>
          <p:cNvPr id="20" name="">
            <a:extLst xmlns:a="http://schemas.openxmlformats.org/drawingml/2006/main">
              <a:ext uri="{FF2B5EF4-FFF2-40B4-BE49-F238E27FC236}">
                <a16:creationId xmlns:a16="http://schemas.microsoft.com/office/drawing/2014/main" id="{E9518E1B-BC70-4031-8A70-43DED3067A95}"/>
              </a:ext>
            </a:extLst>
          </p:cNvPr>
          <p:cNvSpPr>
            <a:spLocks xmlns:a="http://schemas.openxmlformats.org/drawingml/2006/main" noGrp="1"/>
          </p:cNvSpPr>
          <p:nvPr/>
        </p:nvSpPr>
        <p:spPr>
          <a:xfrm xmlns:a="http://schemas.openxmlformats.org/drawingml/2006/main">
            <a:off x="457200" y="6429375"/>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l">
              <a:buNone/>
              <a:defRPr sz="900" b="0">
                <a:solidFill>
                  <a:srgbClr val="52616B"/>
                </a:solidFill>
                <a:latin typeface="Arial"/>
                <a:ea typeface="Arial"/>
                <a:cs typeface="Arial"/>
              </a:defRPr>
            </a:pPr>
            <a:r>
              <a:rPr sz="900" b="0">
                <a:solidFill>
                  <a:srgbClr val="52616B"/>
                </a:solidFill>
                <a:latin typeface="Arial"/>
                <a:ea typeface="Arial"/>
                <a:cs typeface="Arial"/>
              </a:rPr>
              <a:t>Altinn Autorisasjon</a:t>
            </a:r>
          </a:p>
        </p:txBody>
      </p:sp>
      <p:sp>
        <p:nvSpPr>
          <p:cNvPr id="21" name="">
            <a:extLst xmlns:a="http://schemas.openxmlformats.org/drawingml/2006/main">
              <a:ext uri="{FF2B5EF4-FFF2-40B4-BE49-F238E27FC236}">
                <a16:creationId xmlns:a16="http://schemas.microsoft.com/office/drawing/2014/main" id="{B8AF3408-5667-412A-B514-13FD5118E7A0}"/>
              </a:ext>
            </a:extLst>
          </p:cNvPr>
          <p:cNvSpPr>
            <a:spLocks xmlns:a="http://schemas.openxmlformats.org/drawingml/2006/main" noGrp="1"/>
          </p:cNvSpPr>
          <p:nvPr/>
        </p:nvSpPr>
        <p:spPr>
          <a:xfrm xmlns:a="http://schemas.openxmlformats.org/drawingml/2006/main">
            <a:off x="11191875" y="6400800"/>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r">
              <a:buNone/>
              <a:defRPr sz="900" b="0">
                <a:solidFill>
                  <a:srgbClr val="52616B"/>
                </a:solidFill>
                <a:latin typeface="Arial"/>
                <a:ea typeface="Arial"/>
                <a:cs typeface="Arial"/>
              </a:defRPr>
            </a:pPr>
            <a:r>
              <a:rPr sz="900" b="0">
                <a:solidFill>
                  <a:srgbClr val="52616B"/>
                </a:solidFill>
                <a:latin typeface="Arial"/>
                <a:ea typeface="Arial"/>
                <a:cs typeface="Arial"/>
              </a:rPr>
              <a:t>23</a:t>
            </a:r>
          </a:p>
        </p:txBody>
      </p:sp>
      <p:sp>
        <p:nvSpPr>
          <p:cNvPr id="35" name="">
            <a:extLst xmlns:a="http://schemas.openxmlformats.org/drawingml/2006/main">
              <a:ext uri="{FF2B5EF4-FFF2-40B4-BE49-F238E27FC236}">
                <a16:creationId xmlns:a16="http://schemas.microsoft.com/office/drawing/2014/main" id="{6E15B2CF-592D-4193-BBB1-85AE4257AE53}"/>
              </a:ext>
            </a:extLst>
          </p:cNvPr>
          <p:cNvSpPr>
            <a:spLocks xmlns:a="http://schemas.openxmlformats.org/drawingml/2006/main" noGrp="1"/>
          </p:cNvSpPr>
          <p:nvPr/>
        </p:nvSpPr>
        <p:spPr>
          <a:xfrm xmlns:a="http://schemas.openxmlformats.org/drawingml/2006/main">
            <a:off x="10915650" y="6248400"/>
            <a:ext cx="952500" cy="52387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36" name="">
            <a:extLst xmlns:a="http://schemas.openxmlformats.org/drawingml/2006/main">
              <a:ext uri="{FF2B5EF4-FFF2-40B4-BE49-F238E27FC236}">
                <a16:creationId xmlns:a16="http://schemas.microsoft.com/office/drawing/2014/main" id="{9A063D5A-4B14-4CA7-AB81-2974FEE9E9F2}"/>
              </a:ext>
            </a:extLst>
          </p:cNvPr>
          <p:cNvSpPr>
            <a:spLocks xmlns:a="http://schemas.openxmlformats.org/drawingml/2006/main" noGrp="1"/>
          </p:cNvSpPr>
          <p:nvPr/>
        </p:nvSpPr>
        <p:spPr>
          <a:xfrm xmlns:a="http://schemas.openxmlformats.org/drawingml/2006/main">
            <a:off x="11191875" y="6400800"/>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r">
              <a:buNone/>
              <a:defRPr sz="900" b="0">
                <a:solidFill>
                  <a:srgbClr val="52616B"/>
                </a:solidFill>
                <a:latin typeface="Arial"/>
                <a:ea typeface="Arial"/>
                <a:cs typeface="Arial"/>
              </a:defRPr>
            </a:pPr>
            <a:r>
              <a:rPr sz="900" b="0">
                <a:solidFill>
                  <a:srgbClr val="52616B"/>
                </a:solidFill>
                <a:latin typeface="Arial"/>
                <a:ea typeface="Arial"/>
                <a:cs typeface="Arial"/>
              </a:rPr>
              <a:t>23</a:t>
            </a:r>
          </a:p>
        </p:txBody>
      </p:sp>
    </p:spTree>
    <p:extLst>
      <p:ext uri="{BB962C8B-B14F-4D97-AF65-F5344CB8AC3E}">
        <p14:creationId xmlns:p14="http://schemas.microsoft.com/office/powerpoint/2010/main" val="964434080"/>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section-12">
            <a:extLst xmlns:a="http://schemas.openxmlformats.org/drawingml/2006/main">
              <a:ext uri="{FF2B5EF4-FFF2-40B4-BE49-F238E27FC236}">
                <a16:creationId xmlns:a16="http://schemas.microsoft.com/office/drawing/2014/main" id="{F3703087-475D-413E-B301-5BB87F7D9A8C}"/>
              </a:ext>
            </a:extLst>
          </p:cNvPr>
          <p:cNvSpPr>
            <a:spLocks xmlns:a="http://schemas.openxmlformats.org/drawingml/2006/main" noGrp="1"/>
          </p:cNvSpPr>
          <p:nvPr/>
        </p:nvSpPr>
        <p:spPr>
          <a:xfrm xmlns:a="http://schemas.openxmlformats.org/drawingml/2006/main">
            <a:off x="457200" y="3238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0062BA"/>
                </a:solidFill>
                <a:latin typeface="Arial"/>
                <a:ea typeface="Arial"/>
                <a:cs typeface="Arial"/>
              </a:defRPr>
            </a:pPr>
            <a:r>
              <a:rPr sz="1050" b="1">
                <a:solidFill>
                  <a:srgbClr val="0062BA"/>
                </a:solidFill>
                <a:latin typeface="Arial"/>
                <a:ea typeface="Arial"/>
                <a:cs typeface="Arial"/>
              </a:rPr>
              <a:t>SPESIALISERTE TILBUD</a:t>
            </a:r>
          </a:p>
        </p:txBody>
      </p:sp>
      <p:sp>
        <p:nvSpPr>
          <p:cNvPr id="2" name="title-12">
            <a:extLst xmlns:a="http://schemas.openxmlformats.org/drawingml/2006/main">
              <a:ext uri="{FF2B5EF4-FFF2-40B4-BE49-F238E27FC236}">
                <a16:creationId xmlns:a16="http://schemas.microsoft.com/office/drawing/2014/main" id="{EAB35B1D-E8A4-4D13-B318-6693F15CA271}"/>
              </a:ext>
            </a:extLst>
          </p:cNvPr>
          <p:cNvSpPr>
            <a:spLocks xmlns:a="http://schemas.openxmlformats.org/drawingml/2006/main" noGrp="1"/>
          </p:cNvSpPr>
          <p:nvPr/>
        </p:nvSpPr>
        <p:spPr>
          <a:xfrm xmlns:a="http://schemas.openxmlformats.org/drawingml/2006/main">
            <a:off x="457200" y="647700"/>
            <a:ext cx="11049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150" b="1">
                <a:solidFill>
                  <a:srgbClr val="1E2B3C"/>
                </a:solidFill>
                <a:latin typeface="Arial"/>
                <a:ea typeface="Arial"/>
                <a:cs typeface="Arial"/>
              </a:defRPr>
            </a:pPr>
            <a:r>
              <a:rPr sz="3150" b="1">
                <a:solidFill>
                  <a:srgbClr val="1E2B3C"/>
                </a:solidFill>
                <a:latin typeface="Arial"/>
                <a:ea typeface="Arial"/>
                <a:cs typeface="Arial"/>
              </a:rPr>
              <a:t>Samtykke gir kontrollert deling av data</a:t>
            </a:r>
          </a:p>
        </p:txBody>
      </p:sp>
      <p:sp>
        <p:nvSpPr>
          <p:cNvPr id="3" name="">
            <a:extLst xmlns:a="http://schemas.openxmlformats.org/drawingml/2006/main">
              <a:ext uri="{FF2B5EF4-FFF2-40B4-BE49-F238E27FC236}">
                <a16:creationId xmlns:a16="http://schemas.microsoft.com/office/drawing/2014/main" id="{29861546-7341-4D90-B793-3463D2A85D38}"/>
              </a:ext>
            </a:extLst>
          </p:cNvPr>
          <p:cNvSpPr>
            <a:spLocks xmlns:a="http://schemas.openxmlformats.org/drawingml/2006/main" noGrp="1"/>
          </p:cNvSpPr>
          <p:nvPr/>
        </p:nvSpPr>
        <p:spPr>
          <a:xfrm xmlns:a="http://schemas.openxmlformats.org/drawingml/2006/main">
            <a:off x="457200" y="14668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0">
                <a:solidFill>
                  <a:srgbClr val="52616B"/>
                </a:solidFill>
                <a:latin typeface="Arial"/>
                <a:ea typeface="Arial"/>
                <a:cs typeface="Arial"/>
              </a:defRPr>
            </a:pPr>
            <a:r>
              <a:rPr sz="1725" b="0">
                <a:solidFill>
                  <a:srgbClr val="52616B"/>
                </a:solidFill>
                <a:latin typeface="Arial"/>
                <a:ea typeface="Arial"/>
                <a:cs typeface="Arial"/>
              </a:rPr>
              <a:t>Personen eller virksomheten godkjenner hvem som kan hente hvilke data, til hvilket formål og hvor lenge.</a:t>
            </a:r>
          </a:p>
        </p:txBody>
      </p:sp>
      <p:sp>
        <p:nvSpPr>
          <p:cNvPr id="4" name="">
            <a:extLst xmlns:a="http://schemas.openxmlformats.org/drawingml/2006/main">
              <a:ext uri="{FF2B5EF4-FFF2-40B4-BE49-F238E27FC236}">
                <a16:creationId xmlns:a16="http://schemas.microsoft.com/office/drawing/2014/main" id="{076ED554-1780-4ADE-BB83-B5643170711A}"/>
              </a:ext>
            </a:extLst>
          </p:cNvPr>
          <p:cNvSpPr>
            <a:spLocks xmlns:a="http://schemas.openxmlformats.org/drawingml/2006/main" noGrp="1"/>
          </p:cNvSpPr>
          <p:nvPr/>
        </p:nvSpPr>
        <p:spPr>
          <a:xfrm xmlns:a="http://schemas.openxmlformats.org/drawingml/2006/main">
            <a:off x="514350" y="2781300"/>
            <a:ext cx="876300" cy="876300"/>
          </a:xfrm>
          <a:prstGeom xmlns:a="http://schemas.openxmlformats.org/drawingml/2006/main" prst="ellipse">
            <a:avLst/>
          </a:prstGeom>
          <a:solidFill xmlns:a="http://schemas.openxmlformats.org/drawingml/2006/main">
            <a:srgbClr val="DDF3FF"/>
          </a:solidFill>
          <a:ln xmlns:a="http://schemas.openxmlformats.org/drawingml/2006/main" w="19050">
            <a:solidFill>
              <a:srgbClr val="0062BA"/>
            </a:solidFill>
            <a:prstDash val="solid"/>
          </a:ln>
        </p:spPr>
        <p:txBody>
          <a:bodyPr xmlns:a="http://schemas.openxmlformats.org/drawingml/2006/main" anchor="ctr"/>
          <a:lstStyle xmlns:a="http://schemas.openxmlformats.org/drawingml/2006/main"/>
          <a:p xmlns:a="http://schemas.openxmlformats.org/drawingml/2006/main">
            <a:pPr algn="ctr">
              <a:buNone/>
              <a:defRPr sz="1875" b="1">
                <a:solidFill>
                  <a:srgbClr val="022F51"/>
                </a:solidFill>
                <a:latin typeface="Arial"/>
                <a:ea typeface="Arial"/>
                <a:cs typeface="Arial"/>
              </a:defRPr>
            </a:pPr>
            <a:r>
              <a:rPr sz="1875" b="1">
                <a:solidFill>
                  <a:srgbClr val="022F51"/>
                </a:solidFill>
                <a:latin typeface="Arial"/>
                <a:ea typeface="Arial"/>
                <a:cs typeface="Arial"/>
              </a:rPr>
              <a:t>P/V</a:t>
            </a:r>
          </a:p>
        </p:txBody>
      </p:sp>
      <p:sp>
        <p:nvSpPr>
          <p:cNvPr id="5" name="">
            <a:extLst xmlns:a="http://schemas.openxmlformats.org/drawingml/2006/main">
              <a:ext uri="{FF2B5EF4-FFF2-40B4-BE49-F238E27FC236}">
                <a16:creationId xmlns:a16="http://schemas.microsoft.com/office/drawing/2014/main" id="{0D5A2FC9-722B-4B2C-A839-00F94A3A123A}"/>
              </a:ext>
            </a:extLst>
          </p:cNvPr>
          <p:cNvSpPr>
            <a:spLocks xmlns:a="http://schemas.openxmlformats.org/drawingml/2006/main" noGrp="1"/>
          </p:cNvSpPr>
          <p:nvPr/>
        </p:nvSpPr>
        <p:spPr>
          <a:xfrm xmlns:a="http://schemas.openxmlformats.org/drawingml/2006/main">
            <a:off x="95250" y="3752850"/>
            <a:ext cx="1714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425" b="1">
                <a:solidFill>
                  <a:srgbClr val="1E2B3C"/>
                </a:solidFill>
                <a:latin typeface="Arial"/>
                <a:ea typeface="Arial"/>
                <a:cs typeface="Arial"/>
              </a:defRPr>
            </a:pPr>
            <a:r>
              <a:rPr sz="1425" b="1">
                <a:solidFill>
                  <a:srgbClr val="1E2B3C"/>
                </a:solidFill>
                <a:latin typeface="Arial"/>
                <a:ea typeface="Arial"/>
                <a:cs typeface="Arial"/>
              </a:rPr>
              <a:t>Den opplysningene gjelder</a:t>
            </a:r>
          </a:p>
        </p:txBody>
      </p:sp>
      <p:sp>
        <p:nvSpPr>
          <p:cNvPr id="6" name="">
            <a:extLst xmlns:a="http://schemas.openxmlformats.org/drawingml/2006/main">
              <a:ext uri="{FF2B5EF4-FFF2-40B4-BE49-F238E27FC236}">
                <a16:creationId xmlns:a16="http://schemas.microsoft.com/office/drawing/2014/main" id="{C9171E2A-3754-4406-9238-360047ED59EE}"/>
              </a:ext>
            </a:extLst>
          </p:cNvPr>
          <p:cNvSpPr>
            <a:spLocks xmlns:a="http://schemas.openxmlformats.org/drawingml/2006/main" noGrp="1"/>
          </p:cNvSpPr>
          <p:nvPr/>
        </p:nvSpPr>
        <p:spPr>
          <a:xfrm xmlns:a="http://schemas.openxmlformats.org/drawingml/2006/main">
            <a:off x="3219450" y="2628900"/>
            <a:ext cx="1809750" cy="1333500"/>
          </a:xfrm>
          <a:prstGeom xmlns:a="http://schemas.openxmlformats.org/drawingml/2006/main" prst="roundRect">
            <a:avLst>
              <a:gd name="adj" fmla="val 11429"/>
            </a:avLst>
          </a:prstGeom>
          <a:solidFill xmlns:a="http://schemas.openxmlformats.org/drawingml/2006/main">
            <a:srgbClr val="0062BA"/>
          </a:solidFill>
          <a:ln xmlns:a="http://schemas.openxmlformats.org/drawingml/2006/main" w="9525">
            <a:solidFill>
              <a:srgbClr val="0062BA"/>
            </a:solidFill>
            <a:prstDash val="solid"/>
          </a:ln>
        </p:spPr>
        <p:txBody>
          <a:bodyPr xmlns:a="http://schemas.openxmlformats.org/drawingml/2006/main" anchor="ctr"/>
          <a:lstStyle xmlns:a="http://schemas.openxmlformats.org/drawingml/2006/main"/>
          <a:p xmlns:a="http://schemas.openxmlformats.org/drawingml/2006/main">
            <a:pPr algn="ctr">
              <a:buNone/>
              <a:defRPr sz="1875" b="1">
                <a:solidFill>
                  <a:srgbClr val="FFFFFF"/>
                </a:solidFill>
                <a:latin typeface="Arial"/>
                <a:ea typeface="Arial"/>
                <a:cs typeface="Arial"/>
              </a:defRPr>
            </a:pPr>
            <a:r>
              <a:rPr sz="1875" b="1">
                <a:solidFill>
                  <a:srgbClr val="FFFFFF"/>
                </a:solidFill>
                <a:latin typeface="Arial"/>
                <a:ea typeface="Arial"/>
                <a:cs typeface="Arial"/>
              </a:rPr>
              <a:t>GIR</a:t>
            </a:r>
          </a:p>
          <a:p xmlns:a="http://schemas.openxmlformats.org/drawingml/2006/main">
            <a:pPr algn="ctr">
              <a:buNone/>
              <a:defRPr sz="1875" b="1">
                <a:solidFill>
                  <a:srgbClr val="FFFFFF"/>
                </a:solidFill>
                <a:latin typeface="Arial"/>
                <a:ea typeface="Arial"/>
                <a:cs typeface="Arial"/>
              </a:defRPr>
            </a:pPr>
            <a:r>
              <a:rPr sz="1875" b="1">
                <a:solidFill>
                  <a:srgbClr val="FFFFFF"/>
                </a:solidFill>
                <a:latin typeface="Arial"/>
                <a:ea typeface="Arial"/>
                <a:cs typeface="Arial"/>
              </a:rPr>
              <a:t>SAMTYKKE</a:t>
            </a:r>
          </a:p>
        </p:txBody>
      </p:sp>
      <p:sp>
        <p:nvSpPr>
          <p:cNvPr id="7" name="">
            <a:extLst xmlns:a="http://schemas.openxmlformats.org/drawingml/2006/main">
              <a:ext uri="{FF2B5EF4-FFF2-40B4-BE49-F238E27FC236}">
                <a16:creationId xmlns:a16="http://schemas.microsoft.com/office/drawing/2014/main" id="{B1D7A2E4-D67C-43FF-B781-37E86063ACB0}"/>
              </a:ext>
            </a:extLst>
          </p:cNvPr>
          <p:cNvSpPr>
            <a:spLocks xmlns:a="http://schemas.openxmlformats.org/drawingml/2006/main" noGrp="1"/>
          </p:cNvSpPr>
          <p:nvPr/>
        </p:nvSpPr>
        <p:spPr>
          <a:xfrm xmlns:a="http://schemas.openxmlformats.org/drawingml/2006/main">
            <a:off x="6143625" y="2781300"/>
            <a:ext cx="876300" cy="876300"/>
          </a:xfrm>
          <a:prstGeom xmlns:a="http://schemas.openxmlformats.org/drawingml/2006/main" prst="ellipse">
            <a:avLst/>
          </a:prstGeom>
          <a:solidFill xmlns:a="http://schemas.openxmlformats.org/drawingml/2006/main">
            <a:srgbClr val="DDF3FF"/>
          </a:solidFill>
          <a:ln xmlns:a="http://schemas.openxmlformats.org/drawingml/2006/main" w="19050">
            <a:solidFill>
              <a:srgbClr val="0062BA"/>
            </a:solid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022F51"/>
                </a:solidFill>
                <a:latin typeface="Arial"/>
                <a:ea typeface="Arial"/>
                <a:cs typeface="Arial"/>
              </a:defRPr>
            </a:pPr>
            <a:r>
              <a:rPr sz="2550" b="1">
                <a:solidFill>
                  <a:srgbClr val="022F51"/>
                </a:solidFill>
                <a:latin typeface="Arial"/>
                <a:ea typeface="Arial"/>
                <a:cs typeface="Arial"/>
              </a:rPr>
              <a:t>D</a:t>
            </a:r>
          </a:p>
        </p:txBody>
      </p:sp>
      <p:sp>
        <p:nvSpPr>
          <p:cNvPr id="8" name="">
            <a:extLst xmlns:a="http://schemas.openxmlformats.org/drawingml/2006/main">
              <a:ext uri="{FF2B5EF4-FFF2-40B4-BE49-F238E27FC236}">
                <a16:creationId xmlns:a16="http://schemas.microsoft.com/office/drawing/2014/main" id="{893E805E-96C9-420C-A600-FEEB480900C4}"/>
              </a:ext>
            </a:extLst>
          </p:cNvPr>
          <p:cNvSpPr>
            <a:spLocks xmlns:a="http://schemas.openxmlformats.org/drawingml/2006/main" noGrp="1"/>
          </p:cNvSpPr>
          <p:nvPr/>
        </p:nvSpPr>
        <p:spPr>
          <a:xfrm xmlns:a="http://schemas.openxmlformats.org/drawingml/2006/main">
            <a:off x="5724525" y="3752850"/>
            <a:ext cx="1714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425" b="1">
                <a:solidFill>
                  <a:srgbClr val="1E2B3C"/>
                </a:solidFill>
                <a:latin typeface="Arial"/>
                <a:ea typeface="Arial"/>
                <a:cs typeface="Arial"/>
              </a:defRPr>
            </a:pPr>
            <a:r>
              <a:rPr sz="1425" b="1">
                <a:solidFill>
                  <a:srgbClr val="1E2B3C"/>
                </a:solidFill>
                <a:latin typeface="Arial"/>
                <a:ea typeface="Arial"/>
                <a:cs typeface="Arial"/>
              </a:rPr>
              <a:t>Datakonsument</a:t>
            </a:r>
          </a:p>
        </p:txBody>
      </p:sp>
      <p:sp>
        <p:nvSpPr>
          <p:cNvPr id="9" name="">
            <a:extLst xmlns:a="http://schemas.openxmlformats.org/drawingml/2006/main">
              <a:ext uri="{FF2B5EF4-FFF2-40B4-BE49-F238E27FC236}">
                <a16:creationId xmlns:a16="http://schemas.microsoft.com/office/drawing/2014/main" id="{088EF98F-2AA9-4059-99AA-9FAD81484F99}"/>
              </a:ext>
            </a:extLst>
          </p:cNvPr>
          <p:cNvSpPr>
            <a:spLocks xmlns:a="http://schemas.openxmlformats.org/drawingml/2006/main" noGrp="1"/>
          </p:cNvSpPr>
          <p:nvPr/>
        </p:nvSpPr>
        <p:spPr>
          <a:xfrm xmlns:a="http://schemas.openxmlformats.org/drawingml/2006/main">
            <a:off x="9620250" y="2781300"/>
            <a:ext cx="876300" cy="876300"/>
          </a:xfrm>
          <a:prstGeom xmlns:a="http://schemas.openxmlformats.org/drawingml/2006/main" prst="ellipse">
            <a:avLst/>
          </a:prstGeom>
          <a:solidFill xmlns:a="http://schemas.openxmlformats.org/drawingml/2006/main">
            <a:srgbClr val="DDF3FF"/>
          </a:solidFill>
          <a:ln xmlns:a="http://schemas.openxmlformats.org/drawingml/2006/main" w="19050">
            <a:solidFill>
              <a:srgbClr val="0062BA"/>
            </a:solid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022F51"/>
                </a:solidFill>
                <a:latin typeface="Arial"/>
                <a:ea typeface="Arial"/>
                <a:cs typeface="Arial"/>
              </a:defRPr>
            </a:pPr>
            <a:r>
              <a:rPr sz="2550" b="1">
                <a:solidFill>
                  <a:srgbClr val="022F51"/>
                </a:solidFill>
                <a:latin typeface="Arial"/>
                <a:ea typeface="Arial"/>
                <a:cs typeface="Arial"/>
              </a:rPr>
              <a:t>K</a:t>
            </a:r>
          </a:p>
        </p:txBody>
      </p:sp>
      <p:sp>
        <p:nvSpPr>
          <p:cNvPr id="10" name="">
            <a:extLst xmlns:a="http://schemas.openxmlformats.org/drawingml/2006/main">
              <a:ext uri="{FF2B5EF4-FFF2-40B4-BE49-F238E27FC236}">
                <a16:creationId xmlns:a16="http://schemas.microsoft.com/office/drawing/2014/main" id="{63829970-BB72-4DE7-BF68-73059B28ACD6}"/>
              </a:ext>
            </a:extLst>
          </p:cNvPr>
          <p:cNvSpPr>
            <a:spLocks xmlns:a="http://schemas.openxmlformats.org/drawingml/2006/main" noGrp="1"/>
          </p:cNvSpPr>
          <p:nvPr/>
        </p:nvSpPr>
        <p:spPr>
          <a:xfrm xmlns:a="http://schemas.openxmlformats.org/drawingml/2006/main">
            <a:off x="9201150" y="3752850"/>
            <a:ext cx="1714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425" b="1">
                <a:solidFill>
                  <a:srgbClr val="1E2B3C"/>
                </a:solidFill>
                <a:latin typeface="Arial"/>
                <a:ea typeface="Arial"/>
                <a:cs typeface="Arial"/>
              </a:defRPr>
            </a:pPr>
            <a:r>
              <a:rPr sz="1425" b="1">
                <a:solidFill>
                  <a:srgbClr val="1E2B3C"/>
                </a:solidFill>
                <a:latin typeface="Arial"/>
                <a:ea typeface="Arial"/>
                <a:cs typeface="Arial"/>
              </a:rPr>
              <a:t>Datakilde</a:t>
            </a:r>
          </a:p>
        </p:txBody>
      </p:sp>
      <p:cxnSp>
        <p:nvCxnSpPr>
          <p:cNvPr id="267" name=""/>
          <p:cNvCxnSpPr>
            <a:stCxn xmlns:a="http://schemas.openxmlformats.org/drawingml/2006/main" id="4" idx="6"/>
            <a:endCxn xmlns:a="http://schemas.openxmlformats.org/drawingml/2006/main" id="6" idx="1"/>
          </p:cNvCxnSpPr>
          <p:nvPr/>
        </p:nvCxnSpPr>
        <p:spPr>
          <a:xfrm xmlns:a="http://schemas.openxmlformats.org/drawingml/2006/main">
            <a:off x="1390650" y="3219450"/>
            <a:ext cx="1828800" cy="76200"/>
          </a:xfrm>
          <a:prstGeom xmlns:a="http://schemas.openxmlformats.org/drawingml/2006/main" prst="straightConnector1">
            <a:avLst/>
          </a:prstGeom>
          <a:ln xmlns:a="http://schemas.openxmlformats.org/drawingml/2006/main" w="28575">
            <a:solidFill>
              <a:srgbClr val="0062BA"/>
            </a:solidFill>
            <a:prstDash val="solid"/>
            <a:headEnd type="none" w="med" len="med"/>
            <a:tailEnd type="triangle" w="sm" len="sm"/>
          </a:ln>
        </p:spPr>
      </p:cxnSp>
      <p:cxnSp>
        <p:nvCxnSpPr>
          <p:cNvPr id="268" name=""/>
          <p:cNvCxnSpPr>
            <a:stCxn xmlns:a="http://schemas.openxmlformats.org/drawingml/2006/main" id="6" idx="3"/>
            <a:endCxn xmlns:a="http://schemas.openxmlformats.org/drawingml/2006/main" id="7" idx="2"/>
          </p:cNvCxnSpPr>
          <p:nvPr/>
        </p:nvCxnSpPr>
        <p:spPr>
          <a:xfrm xmlns:a="http://schemas.openxmlformats.org/drawingml/2006/main" flipV="1">
            <a:off x="5029200" y="3219450"/>
            <a:ext cx="1114425" cy="76200"/>
          </a:xfrm>
          <a:prstGeom xmlns:a="http://schemas.openxmlformats.org/drawingml/2006/main" prst="straightConnector1">
            <a:avLst/>
          </a:prstGeom>
          <a:ln xmlns:a="http://schemas.openxmlformats.org/drawingml/2006/main" w="28575">
            <a:solidFill>
              <a:srgbClr val="0062BA"/>
            </a:solidFill>
            <a:prstDash val="solid"/>
            <a:headEnd type="none" w="med" len="med"/>
            <a:tailEnd type="triangle" w="sm" len="sm"/>
          </a:ln>
        </p:spPr>
      </p:cxnSp>
      <p:cxnSp>
        <p:nvCxnSpPr>
          <p:cNvPr id="269" name=""/>
          <p:cNvCxnSpPr>
            <a:stCxn xmlns:a="http://schemas.openxmlformats.org/drawingml/2006/main" id="7" idx="6"/>
            <a:endCxn xmlns:a="http://schemas.openxmlformats.org/drawingml/2006/main" id="9" idx="2"/>
          </p:cNvCxnSpPr>
          <p:nvPr/>
        </p:nvCxnSpPr>
        <p:spPr>
          <a:xfrm xmlns:a="http://schemas.openxmlformats.org/drawingml/2006/main">
            <a:off x="7019925" y="3219450"/>
            <a:ext cx="2600325" cy="0"/>
          </a:xfrm>
          <a:prstGeom xmlns:a="http://schemas.openxmlformats.org/drawingml/2006/main" prst="straightConnector1">
            <a:avLst/>
          </a:prstGeom>
          <a:ln xmlns:a="http://schemas.openxmlformats.org/drawingml/2006/main" w="28575">
            <a:solidFill>
              <a:srgbClr val="0062BA"/>
            </a:solidFill>
            <a:prstDash val="solid"/>
            <a:headEnd type="none" w="med" len="med"/>
            <a:tailEnd type="triangle" w="sm" len="sm"/>
          </a:ln>
        </p:spPr>
      </p:cxnSp>
      <p:sp>
        <p:nvSpPr>
          <p:cNvPr id="14" name="">
            <a:extLst xmlns:a="http://schemas.openxmlformats.org/drawingml/2006/main">
              <a:ext uri="{FF2B5EF4-FFF2-40B4-BE49-F238E27FC236}">
                <a16:creationId xmlns:a16="http://schemas.microsoft.com/office/drawing/2014/main" id="{C66A59C8-093D-4285-BC09-10D8F284652A}"/>
              </a:ext>
            </a:extLst>
          </p:cNvPr>
          <p:cNvSpPr>
            <a:spLocks xmlns:a="http://schemas.openxmlformats.org/drawingml/2006/main" noGrp="1"/>
          </p:cNvSpPr>
          <p:nvPr/>
        </p:nvSpPr>
        <p:spPr>
          <a:xfrm xmlns:a="http://schemas.openxmlformats.org/drawingml/2006/main">
            <a:off x="7762875" y="2381250"/>
            <a:ext cx="1619250" cy="4000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0062BA"/>
            </a:solidFill>
            <a:prstDash val="solid"/>
          </a:ln>
        </p:spPr>
        <p:txBody>
          <a:bodyPr xmlns:a="http://schemas.openxmlformats.org/drawingml/2006/main" anchor="ctr"/>
          <a:lstStyle xmlns:a="http://schemas.openxmlformats.org/drawingml/2006/main"/>
          <a:p xmlns:a="http://schemas.openxmlformats.org/drawingml/2006/main">
            <a:pPr algn="ctr">
              <a:buNone/>
              <a:defRPr sz="1275" b="1">
                <a:solidFill>
                  <a:srgbClr val="022F51"/>
                </a:solidFill>
                <a:latin typeface="Arial"/>
                <a:ea typeface="Arial"/>
                <a:cs typeface="Arial"/>
              </a:defRPr>
            </a:pPr>
            <a:r>
              <a:rPr sz="1275" b="1">
                <a:solidFill>
                  <a:srgbClr val="022F51"/>
                </a:solidFill>
                <a:latin typeface="Arial"/>
                <a:ea typeface="Arial"/>
                <a:cs typeface="Arial"/>
              </a:rPr>
              <a:t>samtykketoken</a:t>
            </a:r>
          </a:p>
        </p:txBody>
      </p:sp>
      <p:sp>
        <p:nvSpPr>
          <p:cNvPr id="15" name="">
            <a:extLst xmlns:a="http://schemas.openxmlformats.org/drawingml/2006/main">
              <a:ext uri="{FF2B5EF4-FFF2-40B4-BE49-F238E27FC236}">
                <a16:creationId xmlns:a16="http://schemas.microsoft.com/office/drawing/2014/main" id="{32253742-5146-47A5-A19D-2DE3BBE1035B}"/>
              </a:ext>
            </a:extLst>
          </p:cNvPr>
          <p:cNvSpPr>
            <a:spLocks xmlns:a="http://schemas.openxmlformats.org/drawingml/2006/main" noGrp="1"/>
          </p:cNvSpPr>
          <p:nvPr/>
        </p:nvSpPr>
        <p:spPr>
          <a:xfrm xmlns:a="http://schemas.openxmlformats.org/drawingml/2006/main">
            <a:off x="1619250" y="5238750"/>
            <a:ext cx="1857375" cy="400050"/>
          </a:xfrm>
          <a:prstGeom xmlns:a="http://schemas.openxmlformats.org/drawingml/2006/main" prst="roundRect">
            <a:avLst>
              <a:gd name="adj" fmla="val 50000"/>
            </a:avLst>
          </a:prstGeom>
          <a:solidFill xmlns:a="http://schemas.openxmlformats.org/drawingml/2006/main">
            <a:srgbClr val="EEF8FD"/>
          </a:solidFill>
          <a:ln xmlns:a="http://schemas.openxmlformats.org/drawingml/2006/main" w="9525">
            <a:solidFill>
              <a:srgbClr val="0062BA"/>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022F51"/>
                </a:solidFill>
                <a:latin typeface="Arial"/>
                <a:ea typeface="Arial"/>
                <a:cs typeface="Arial"/>
              </a:defRPr>
            </a:pPr>
            <a:r>
              <a:rPr sz="1350" b="1">
                <a:solidFill>
                  <a:srgbClr val="022F51"/>
                </a:solidFill>
                <a:latin typeface="Arial"/>
                <a:ea typeface="Arial"/>
                <a:cs typeface="Arial"/>
              </a:rPr>
              <a:t>Formål</a:t>
            </a:r>
          </a:p>
        </p:txBody>
      </p:sp>
      <p:sp>
        <p:nvSpPr>
          <p:cNvPr id="16" name="">
            <a:extLst xmlns:a="http://schemas.openxmlformats.org/drawingml/2006/main">
              <a:ext uri="{FF2B5EF4-FFF2-40B4-BE49-F238E27FC236}">
                <a16:creationId xmlns:a16="http://schemas.microsoft.com/office/drawing/2014/main" id="{B6763165-17C1-44F0-91F8-4CB1176019F3}"/>
              </a:ext>
            </a:extLst>
          </p:cNvPr>
          <p:cNvSpPr>
            <a:spLocks xmlns:a="http://schemas.openxmlformats.org/drawingml/2006/main" noGrp="1"/>
          </p:cNvSpPr>
          <p:nvPr/>
        </p:nvSpPr>
        <p:spPr>
          <a:xfrm xmlns:a="http://schemas.openxmlformats.org/drawingml/2006/main">
            <a:off x="3857625" y="5238750"/>
            <a:ext cx="1857375" cy="400050"/>
          </a:xfrm>
          <a:prstGeom xmlns:a="http://schemas.openxmlformats.org/drawingml/2006/main" prst="roundRect">
            <a:avLst>
              <a:gd name="adj" fmla="val 50000"/>
            </a:avLst>
          </a:prstGeom>
          <a:solidFill xmlns:a="http://schemas.openxmlformats.org/drawingml/2006/main">
            <a:srgbClr val="EEF8FD"/>
          </a:solidFill>
          <a:ln xmlns:a="http://schemas.openxmlformats.org/drawingml/2006/main" w="9525">
            <a:solidFill>
              <a:srgbClr val="0062BA"/>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022F51"/>
                </a:solidFill>
                <a:latin typeface="Arial"/>
                <a:ea typeface="Arial"/>
                <a:cs typeface="Arial"/>
              </a:defRPr>
            </a:pPr>
            <a:r>
              <a:rPr sz="1350" b="1">
                <a:solidFill>
                  <a:srgbClr val="022F51"/>
                </a:solidFill>
                <a:latin typeface="Arial"/>
                <a:ea typeface="Arial"/>
                <a:cs typeface="Arial"/>
              </a:rPr>
              <a:t>Hvilke data</a:t>
            </a:r>
          </a:p>
        </p:txBody>
      </p:sp>
      <p:sp>
        <p:nvSpPr>
          <p:cNvPr id="17" name="">
            <a:extLst xmlns:a="http://schemas.openxmlformats.org/drawingml/2006/main">
              <a:ext uri="{FF2B5EF4-FFF2-40B4-BE49-F238E27FC236}">
                <a16:creationId xmlns:a16="http://schemas.microsoft.com/office/drawing/2014/main" id="{1E0411C4-F4E7-4F05-BDD7-44E6619E1220}"/>
              </a:ext>
            </a:extLst>
          </p:cNvPr>
          <p:cNvSpPr>
            <a:spLocks xmlns:a="http://schemas.openxmlformats.org/drawingml/2006/main" noGrp="1"/>
          </p:cNvSpPr>
          <p:nvPr/>
        </p:nvSpPr>
        <p:spPr>
          <a:xfrm xmlns:a="http://schemas.openxmlformats.org/drawingml/2006/main">
            <a:off x="6096000" y="5238750"/>
            <a:ext cx="1857375" cy="400050"/>
          </a:xfrm>
          <a:prstGeom xmlns:a="http://schemas.openxmlformats.org/drawingml/2006/main" prst="roundRect">
            <a:avLst>
              <a:gd name="adj" fmla="val 50000"/>
            </a:avLst>
          </a:prstGeom>
          <a:solidFill xmlns:a="http://schemas.openxmlformats.org/drawingml/2006/main">
            <a:srgbClr val="EEF8FD"/>
          </a:solidFill>
          <a:ln xmlns:a="http://schemas.openxmlformats.org/drawingml/2006/main" w="9525">
            <a:solidFill>
              <a:srgbClr val="0062BA"/>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022F51"/>
                </a:solidFill>
                <a:latin typeface="Arial"/>
                <a:ea typeface="Arial"/>
                <a:cs typeface="Arial"/>
              </a:defRPr>
            </a:pPr>
            <a:r>
              <a:rPr sz="1350" b="1">
                <a:solidFill>
                  <a:srgbClr val="022F51"/>
                </a:solidFill>
                <a:latin typeface="Arial"/>
                <a:ea typeface="Arial"/>
                <a:cs typeface="Arial"/>
              </a:rPr>
              <a:t>Varighet</a:t>
            </a:r>
          </a:p>
        </p:txBody>
      </p:sp>
      <p:sp>
        <p:nvSpPr>
          <p:cNvPr id="18" name="">
            <a:extLst xmlns:a="http://schemas.openxmlformats.org/drawingml/2006/main">
              <a:ext uri="{FF2B5EF4-FFF2-40B4-BE49-F238E27FC236}">
                <a16:creationId xmlns:a16="http://schemas.microsoft.com/office/drawing/2014/main" id="{B32778D4-DB1D-461D-9480-8CB5DB4461A3}"/>
              </a:ext>
            </a:extLst>
          </p:cNvPr>
          <p:cNvSpPr>
            <a:spLocks xmlns:a="http://schemas.openxmlformats.org/drawingml/2006/main" noGrp="1"/>
          </p:cNvSpPr>
          <p:nvPr/>
        </p:nvSpPr>
        <p:spPr>
          <a:xfrm xmlns:a="http://schemas.openxmlformats.org/drawingml/2006/main">
            <a:off x="8334375" y="5238750"/>
            <a:ext cx="1857375" cy="4000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0062BA"/>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022F51"/>
                </a:solidFill>
                <a:latin typeface="Arial"/>
                <a:ea typeface="Arial"/>
                <a:cs typeface="Arial"/>
              </a:defRPr>
            </a:pPr>
            <a:r>
              <a:rPr sz="1350" b="1">
                <a:solidFill>
                  <a:srgbClr val="022F51"/>
                </a:solidFill>
                <a:latin typeface="Arial"/>
                <a:ea typeface="Arial"/>
                <a:cs typeface="Arial"/>
              </a:rPr>
              <a:t>Tilbakekall</a:t>
            </a:r>
          </a:p>
        </p:txBody>
      </p:sp>
      <p:sp>
        <p:nvSpPr>
          <p:cNvPr id="19" name="">
            <a:extLst xmlns:a="http://schemas.openxmlformats.org/drawingml/2006/main">
              <a:ext uri="{FF2B5EF4-FFF2-40B4-BE49-F238E27FC236}">
                <a16:creationId xmlns:a16="http://schemas.microsoft.com/office/drawing/2014/main" id="{ABC54526-3CD3-4447-9106-AFA7B68BA31C}"/>
              </a:ext>
            </a:extLst>
          </p:cNvPr>
          <p:cNvSpPr>
            <a:spLocks xmlns:a="http://schemas.openxmlformats.org/drawingml/2006/main" noGrp="1"/>
          </p:cNvSpPr>
          <p:nvPr/>
        </p:nvSpPr>
        <p:spPr>
          <a:xfrm xmlns:a="http://schemas.openxmlformats.org/drawingml/2006/main">
            <a:off x="457200" y="6429375"/>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l">
              <a:buNone/>
              <a:defRPr sz="900" b="0">
                <a:solidFill>
                  <a:srgbClr val="52616B"/>
                </a:solidFill>
                <a:latin typeface="Arial"/>
                <a:ea typeface="Arial"/>
                <a:cs typeface="Arial"/>
              </a:defRPr>
            </a:pPr>
            <a:r>
              <a:rPr sz="900" b="0">
                <a:solidFill>
                  <a:srgbClr val="52616B"/>
                </a:solidFill>
                <a:latin typeface="Arial"/>
                <a:ea typeface="Arial"/>
                <a:cs typeface="Arial"/>
              </a:rPr>
              <a:t>Altinn Autorisasjon</a:t>
            </a:r>
          </a:p>
        </p:txBody>
      </p:sp>
      <p:sp>
        <p:nvSpPr>
          <p:cNvPr id="20" name="">
            <a:extLst xmlns:a="http://schemas.openxmlformats.org/drawingml/2006/main">
              <a:ext uri="{FF2B5EF4-FFF2-40B4-BE49-F238E27FC236}">
                <a16:creationId xmlns:a16="http://schemas.microsoft.com/office/drawing/2014/main" id="{3A1F95D2-C293-424C-9A6F-1803DB06409E}"/>
              </a:ext>
            </a:extLst>
          </p:cNvPr>
          <p:cNvSpPr>
            <a:spLocks xmlns:a="http://schemas.openxmlformats.org/drawingml/2006/main" noGrp="1"/>
          </p:cNvSpPr>
          <p:nvPr/>
        </p:nvSpPr>
        <p:spPr>
          <a:xfrm xmlns:a="http://schemas.openxmlformats.org/drawingml/2006/main">
            <a:off x="11191875" y="6400800"/>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r">
              <a:buNone/>
              <a:defRPr sz="900" b="0">
                <a:solidFill>
                  <a:srgbClr val="52616B"/>
                </a:solidFill>
                <a:latin typeface="Arial"/>
                <a:ea typeface="Arial"/>
                <a:cs typeface="Arial"/>
              </a:defRPr>
            </a:pPr>
            <a:r>
              <a:rPr sz="900" b="0">
                <a:solidFill>
                  <a:srgbClr val="52616B"/>
                </a:solidFill>
                <a:latin typeface="Arial"/>
                <a:ea typeface="Arial"/>
                <a:cs typeface="Arial"/>
              </a:rPr>
              <a:t>24</a:t>
            </a:r>
          </a:p>
        </p:txBody>
      </p:sp>
      <p:sp>
        <p:nvSpPr>
          <p:cNvPr id="34" name="">
            <a:extLst xmlns:a="http://schemas.openxmlformats.org/drawingml/2006/main">
              <a:ext uri="{FF2B5EF4-FFF2-40B4-BE49-F238E27FC236}">
                <a16:creationId xmlns:a16="http://schemas.microsoft.com/office/drawing/2014/main" id="{45ACF957-7932-4FD3-B118-B61021F50C6F}"/>
              </a:ext>
            </a:extLst>
          </p:cNvPr>
          <p:cNvSpPr>
            <a:spLocks xmlns:a="http://schemas.openxmlformats.org/drawingml/2006/main" noGrp="1"/>
          </p:cNvSpPr>
          <p:nvPr/>
        </p:nvSpPr>
        <p:spPr>
          <a:xfrm xmlns:a="http://schemas.openxmlformats.org/drawingml/2006/main">
            <a:off x="10915650" y="6248400"/>
            <a:ext cx="952500" cy="52387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35" name="">
            <a:extLst xmlns:a="http://schemas.openxmlformats.org/drawingml/2006/main">
              <a:ext uri="{FF2B5EF4-FFF2-40B4-BE49-F238E27FC236}">
                <a16:creationId xmlns:a16="http://schemas.microsoft.com/office/drawing/2014/main" id="{9F85C78B-E543-4232-83C0-2E3250562FF2}"/>
              </a:ext>
            </a:extLst>
          </p:cNvPr>
          <p:cNvSpPr>
            <a:spLocks xmlns:a="http://schemas.openxmlformats.org/drawingml/2006/main" noGrp="1"/>
          </p:cNvSpPr>
          <p:nvPr/>
        </p:nvSpPr>
        <p:spPr>
          <a:xfrm xmlns:a="http://schemas.openxmlformats.org/drawingml/2006/main">
            <a:off x="11191875" y="6400800"/>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r">
              <a:buNone/>
              <a:defRPr sz="900" b="0">
                <a:solidFill>
                  <a:srgbClr val="52616B"/>
                </a:solidFill>
                <a:latin typeface="Arial"/>
                <a:ea typeface="Arial"/>
                <a:cs typeface="Arial"/>
              </a:defRPr>
            </a:pPr>
            <a:r>
              <a:rPr sz="900" b="0">
                <a:solidFill>
                  <a:srgbClr val="52616B"/>
                </a:solidFill>
                <a:latin typeface="Arial"/>
                <a:ea typeface="Arial"/>
                <a:cs typeface="Arial"/>
              </a:rPr>
              <a:t>24</a:t>
            </a:r>
          </a:p>
        </p:txBody>
      </p:sp>
    </p:spTree>
    <p:extLst>
      <p:ext uri="{BB962C8B-B14F-4D97-AF65-F5344CB8AC3E}">
        <p14:creationId xmlns:p14="http://schemas.microsoft.com/office/powerpoint/2010/main" val="1601369435"/>
      </p:ext>
    </p:extLst>
  </p:cSld>
</p:sld>
</file>

<file path=ppt/slides/slide25.xml><?xml version="1.0" encoding="utf-8"?>
<p:sld xmlns:p="http://schemas.openxmlformats.org/presentationml/2006/main">
  <p:cSld>
    <p:bg>
      <p:bgPr>
        <a:solidFill xmlns:a="http://schemas.openxmlformats.org/drawingml/2006/main">
          <a:srgbClr val="022F51"/>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6bd1e6f4c00f436e"/>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4DF888F-EE85-4DAE-8C5B-8941B8AD1E3F}"/>
              </a:ext>
            </a:extLst>
          </p:cNvPr>
          <p:cNvSpPr>
            <a:spLocks xmlns:a="http://schemas.openxmlformats.org/drawingml/2006/main" noGrp="1"/>
          </p:cNvSpPr>
          <p:nvPr/>
        </p:nvSpPr>
        <p:spPr>
          <a:xfrm xmlns:a="http://schemas.openxmlformats.org/drawingml/2006/main">
            <a:off x="0" y="0"/>
            <a:ext cx="12192000" cy="1009650"/>
          </a:xfrm>
          <a:prstGeom xmlns:a="http://schemas.openxmlformats.org/drawingml/2006/main" prst="rect">
            <a:avLst/>
          </a:prstGeom>
          <a:solidFill xmlns:a="http://schemas.openxmlformats.org/drawingml/2006/main">
            <a:srgbClr val="022F51"/>
          </a:solidFill>
          <a:ln xmlns:a="http://schemas.openxmlformats.org/drawingml/2006/main" w="0">
            <a:solidFill>
              <a:srgbClr val="022F51"/>
            </a:solidFill>
            <a:prstDash val="solid"/>
          </a:ln>
        </p:spPr>
      </p:sp>
      <p:sp>
        <p:nvSpPr>
          <p:cNvPr id="3" name="">
            <a:extLst xmlns:a="http://schemas.openxmlformats.org/drawingml/2006/main">
              <a:ext uri="{FF2B5EF4-FFF2-40B4-BE49-F238E27FC236}">
                <a16:creationId xmlns:a16="http://schemas.microsoft.com/office/drawing/2014/main" id="{4448841C-E8EA-4021-8F59-AD52881B971D}"/>
              </a:ext>
            </a:extLst>
          </p:cNvPr>
          <p:cNvSpPr>
            <a:spLocks xmlns:a="http://schemas.openxmlformats.org/drawingml/2006/main" noGrp="1"/>
          </p:cNvSpPr>
          <p:nvPr/>
        </p:nvSpPr>
        <p:spPr>
          <a:xfrm xmlns:a="http://schemas.openxmlformats.org/drawingml/2006/main">
            <a:off x="0" y="0"/>
            <a:ext cx="114300" cy="1009650"/>
          </a:xfrm>
          <a:prstGeom xmlns:a="http://schemas.openxmlformats.org/drawingml/2006/main" prst="rect">
            <a:avLst/>
          </a:prstGeom>
          <a:solidFill xmlns:a="http://schemas.openxmlformats.org/drawingml/2006/main">
            <a:srgbClr val="0062BA"/>
          </a:solidFill>
          <a:ln xmlns:a="http://schemas.openxmlformats.org/drawingml/2006/main" w="0">
            <a:solidFill>
              <a:srgbClr val="0062BA"/>
            </a:solidFill>
            <a:prstDash val="solid"/>
          </a:ln>
        </p:spPr>
      </p:sp>
      <p:sp>
        <p:nvSpPr>
          <p:cNvPr id="4" name="">
            <a:extLst xmlns:a="http://schemas.openxmlformats.org/drawingml/2006/main">
              <a:ext uri="{FF2B5EF4-FFF2-40B4-BE49-F238E27FC236}">
                <a16:creationId xmlns:a16="http://schemas.microsoft.com/office/drawing/2014/main" id="{5E4C54D4-669C-470F-A4C3-0FD7176941BB}"/>
              </a:ext>
            </a:extLst>
          </p:cNvPr>
          <p:cNvSpPr>
            <a:spLocks xmlns:a="http://schemas.openxmlformats.org/drawingml/2006/main" noGrp="1"/>
          </p:cNvSpPr>
          <p:nvPr/>
        </p:nvSpPr>
        <p:spPr>
          <a:xfrm xmlns:a="http://schemas.openxmlformats.org/drawingml/2006/main">
            <a:off x="438150" y="952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DDF3FF"/>
                </a:solidFill>
                <a:latin typeface="Arial"/>
                <a:ea typeface="Arial"/>
                <a:cs typeface="Arial"/>
              </a:defRPr>
            </a:pPr>
            <a:r>
              <a:rPr sz="975" b="1">
                <a:solidFill>
                  <a:srgbClr val="DDF3FF"/>
                </a:solidFill>
                <a:latin typeface="Arial"/>
                <a:ea typeface="Arial"/>
                <a:cs typeface="Arial"/>
              </a:rPr>
              <a:t>SAMTYKKE</a:t>
            </a:r>
          </a:p>
        </p:txBody>
      </p:sp>
      <p:sp>
        <p:nvSpPr>
          <p:cNvPr id="5" name="">
            <a:extLst xmlns:a="http://schemas.openxmlformats.org/drawingml/2006/main">
              <a:ext uri="{FF2B5EF4-FFF2-40B4-BE49-F238E27FC236}">
                <a16:creationId xmlns:a16="http://schemas.microsoft.com/office/drawing/2014/main" id="{C8A2F878-E1AC-4B1E-98A0-D584B4F1741F}"/>
              </a:ext>
            </a:extLst>
          </p:cNvPr>
          <p:cNvSpPr>
            <a:spLocks xmlns:a="http://schemas.openxmlformats.org/drawingml/2006/main" noGrp="1"/>
          </p:cNvSpPr>
          <p:nvPr/>
        </p:nvSpPr>
        <p:spPr>
          <a:xfrm xmlns:a="http://schemas.openxmlformats.org/drawingml/2006/main">
            <a:off x="438150" y="3238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625" b="1">
                <a:solidFill>
                  <a:srgbClr val="FFFFFF"/>
                </a:solidFill>
                <a:latin typeface="Arial"/>
                <a:ea typeface="Arial"/>
                <a:cs typeface="Arial"/>
              </a:defRPr>
            </a:pPr>
            <a:r>
              <a:rPr sz="2625" b="1">
                <a:solidFill>
                  <a:srgbClr val="FFFFFF"/>
                </a:solidFill>
                <a:latin typeface="Arial"/>
                <a:ea typeface="Arial"/>
                <a:cs typeface="Arial"/>
              </a:rPr>
              <a:t>Samtykke åpner en avgrenset tilgang til data</a:t>
            </a:r>
          </a:p>
        </p:txBody>
      </p:sp>
      <p:sp>
        <p:nvSpPr>
          <p:cNvPr id="6" name="">
            <a:extLst xmlns:a="http://schemas.openxmlformats.org/drawingml/2006/main">
              <a:ext uri="{FF2B5EF4-FFF2-40B4-BE49-F238E27FC236}">
                <a16:creationId xmlns:a16="http://schemas.microsoft.com/office/drawing/2014/main" id="{416436F4-EB43-462B-AC13-30866ACE1800}"/>
              </a:ext>
            </a:extLst>
          </p:cNvPr>
          <p:cNvSpPr>
            <a:spLocks xmlns:a="http://schemas.openxmlformats.org/drawingml/2006/main" noGrp="1"/>
          </p:cNvSpPr>
          <p:nvPr/>
        </p:nvSpPr>
        <p:spPr>
          <a:xfrm xmlns:a="http://schemas.openxmlformats.org/drawingml/2006/main">
            <a:off x="457200" y="6477000"/>
            <a:ext cx="219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l">
              <a:buNone/>
              <a:defRPr sz="825" b="0">
                <a:solidFill>
                  <a:srgbClr val="FFFFFF"/>
                </a:solidFill>
                <a:latin typeface="Arial"/>
                <a:ea typeface="Arial"/>
                <a:cs typeface="Arial"/>
              </a:defRPr>
            </a:pPr>
            <a:r>
              <a:rPr sz="825" b="0">
                <a:solidFill>
                  <a:srgbClr val="FFFFFF"/>
                </a:solidFill>
                <a:latin typeface="Arial"/>
                <a:ea typeface="Arial"/>
                <a:cs typeface="Arial"/>
              </a:rPr>
              <a:t>Altinn Autorisasjon</a:t>
            </a:r>
          </a:p>
        </p:txBody>
      </p:sp>
      <p:sp>
        <p:nvSpPr>
          <p:cNvPr id="7" name="">
            <a:extLst xmlns:a="http://schemas.openxmlformats.org/drawingml/2006/main">
              <a:ext uri="{FF2B5EF4-FFF2-40B4-BE49-F238E27FC236}">
                <a16:creationId xmlns:a16="http://schemas.microsoft.com/office/drawing/2014/main" id="{CD033BED-D1FC-4518-B4F3-E8C079629D6A}"/>
              </a:ext>
            </a:extLst>
          </p:cNvPr>
          <p:cNvSpPr>
            <a:spLocks xmlns:a="http://schemas.openxmlformats.org/drawingml/2006/main" noGrp="1"/>
          </p:cNvSpPr>
          <p:nvPr/>
        </p:nvSpPr>
        <p:spPr>
          <a:xfrm xmlns:a="http://schemas.openxmlformats.org/drawingml/2006/main">
            <a:off x="11239500" y="6457950"/>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r">
              <a:buNone/>
              <a:defRPr sz="825" b="0">
                <a:solidFill>
                  <a:srgbClr val="FFFFFF"/>
                </a:solidFill>
                <a:latin typeface="Arial"/>
                <a:ea typeface="Arial"/>
                <a:cs typeface="Arial"/>
              </a:defRPr>
            </a:pPr>
            <a:r>
              <a:rPr sz="825" b="0">
                <a:solidFill>
                  <a:srgbClr val="FFFFFF"/>
                </a:solidFill>
                <a:latin typeface="Arial"/>
                <a:ea typeface="Arial"/>
                <a:cs typeface="Arial"/>
              </a:rPr>
              <a:t>25</a:t>
            </a:r>
          </a:p>
        </p:txBody>
      </p:sp>
    </p:spTree>
    <p:extLst>
      <p:ext uri="{BB962C8B-B14F-4D97-AF65-F5344CB8AC3E}">
        <p14:creationId xmlns:p14="http://schemas.microsoft.com/office/powerpoint/2010/main" val="1601369435"/>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section-13">
            <a:extLst xmlns:a="http://schemas.openxmlformats.org/drawingml/2006/main">
              <a:ext uri="{FF2B5EF4-FFF2-40B4-BE49-F238E27FC236}">
                <a16:creationId xmlns:a16="http://schemas.microsoft.com/office/drawing/2014/main" id="{F16E9DFF-A03C-4FB3-92C0-4D103A2EABAC}"/>
              </a:ext>
            </a:extLst>
          </p:cNvPr>
          <p:cNvSpPr>
            <a:spLocks xmlns:a="http://schemas.openxmlformats.org/drawingml/2006/main" noGrp="1"/>
          </p:cNvSpPr>
          <p:nvPr/>
        </p:nvSpPr>
        <p:spPr>
          <a:xfrm xmlns:a="http://schemas.openxmlformats.org/drawingml/2006/main">
            <a:off x="457200" y="3238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0062BA"/>
                </a:solidFill>
                <a:latin typeface="Arial"/>
                <a:ea typeface="Arial"/>
                <a:cs typeface="Arial"/>
              </a:defRPr>
            </a:pPr>
            <a:r>
              <a:rPr sz="1050" b="1">
                <a:solidFill>
                  <a:srgbClr val="0062BA"/>
                </a:solidFill>
                <a:latin typeface="Arial"/>
                <a:ea typeface="Arial"/>
                <a:cs typeface="Arial"/>
              </a:rPr>
              <a:t>SPESIALISERTE TILBUD</a:t>
            </a:r>
          </a:p>
        </p:txBody>
      </p:sp>
      <p:sp>
        <p:nvSpPr>
          <p:cNvPr id="2" name="title-13">
            <a:extLst xmlns:a="http://schemas.openxmlformats.org/drawingml/2006/main">
              <a:ext uri="{FF2B5EF4-FFF2-40B4-BE49-F238E27FC236}">
                <a16:creationId xmlns:a16="http://schemas.microsoft.com/office/drawing/2014/main" id="{A4651A4F-6CC1-411E-90C4-845487DBA9D1}"/>
              </a:ext>
            </a:extLst>
          </p:cNvPr>
          <p:cNvSpPr>
            <a:spLocks xmlns:a="http://schemas.openxmlformats.org/drawingml/2006/main" noGrp="1"/>
          </p:cNvSpPr>
          <p:nvPr/>
        </p:nvSpPr>
        <p:spPr>
          <a:xfrm xmlns:a="http://schemas.openxmlformats.org/drawingml/2006/main">
            <a:off x="457200" y="647700"/>
            <a:ext cx="11049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150" b="1">
                <a:solidFill>
                  <a:srgbClr val="1E2B3C"/>
                </a:solidFill>
                <a:latin typeface="Arial"/>
                <a:ea typeface="Arial"/>
                <a:cs typeface="Arial"/>
              </a:defRPr>
            </a:pPr>
            <a:r>
              <a:rPr sz="3150" b="1">
                <a:solidFill>
                  <a:srgbClr val="1E2B3C"/>
                </a:solidFill>
                <a:latin typeface="Arial"/>
                <a:ea typeface="Arial"/>
                <a:cs typeface="Arial"/>
              </a:rPr>
              <a:t>Vergemål kobler registerbaserte fullmakter til digitale tjenester</a:t>
            </a:r>
          </a:p>
        </p:txBody>
      </p:sp>
      <p:sp>
        <p:nvSpPr>
          <p:cNvPr id="3" name="">
            <a:extLst xmlns:a="http://schemas.openxmlformats.org/drawingml/2006/main">
              <a:ext uri="{FF2B5EF4-FFF2-40B4-BE49-F238E27FC236}">
                <a16:creationId xmlns:a16="http://schemas.microsoft.com/office/drawing/2014/main" id="{E0121DD1-3351-4C59-97EA-F4267CEC19A7}"/>
              </a:ext>
            </a:extLst>
          </p:cNvPr>
          <p:cNvSpPr>
            <a:spLocks xmlns:a="http://schemas.openxmlformats.org/drawingml/2006/main" noGrp="1"/>
          </p:cNvSpPr>
          <p:nvPr/>
        </p:nvSpPr>
        <p:spPr>
          <a:xfrm xmlns:a="http://schemas.openxmlformats.org/drawingml/2006/main">
            <a:off x="666750" y="2524125"/>
            <a:ext cx="2000250" cy="1428750"/>
          </a:xfrm>
          <a:prstGeom xmlns:a="http://schemas.openxmlformats.org/drawingml/2006/main" prst="roundRect">
            <a:avLst>
              <a:gd name="adj" fmla="val 10667"/>
            </a:avLst>
          </a:prstGeom>
          <a:solidFill xmlns:a="http://schemas.openxmlformats.org/drawingml/2006/main">
            <a:srgbClr val="F1F4F6"/>
          </a:solidFill>
          <a:ln xmlns:a="http://schemas.openxmlformats.org/drawingml/2006/main" w="9525">
            <a:solidFill>
              <a:srgbClr val="B8C4CC"/>
            </a:solidFill>
            <a:prstDash val="solid"/>
          </a:ln>
        </p:spPr>
        <p:txBody>
          <a:bodyPr xmlns:a="http://schemas.openxmlformats.org/drawingml/2006/main" anchor="ctr"/>
          <a:lstStyle xmlns:a="http://schemas.openxmlformats.org/drawingml/2006/main"/>
          <a:p xmlns:a="http://schemas.openxmlformats.org/drawingml/2006/main">
            <a:pPr algn="ctr">
              <a:buNone/>
              <a:defRPr sz="1800" b="1">
                <a:solidFill>
                  <a:srgbClr val="1E2B3C"/>
                </a:solidFill>
                <a:latin typeface="Arial"/>
                <a:ea typeface="Arial"/>
                <a:cs typeface="Arial"/>
              </a:defRPr>
            </a:pPr>
            <a:r>
              <a:rPr sz="1800" b="1">
                <a:solidFill>
                  <a:srgbClr val="1E2B3C"/>
                </a:solidFill>
                <a:latin typeface="Arial"/>
                <a:ea typeface="Arial"/>
                <a:cs typeface="Arial"/>
              </a:rPr>
              <a:t>FOLKE-</a:t>
            </a:r>
          </a:p>
          <a:p xmlns:a="http://schemas.openxmlformats.org/drawingml/2006/main">
            <a:pPr algn="ctr">
              <a:buNone/>
              <a:defRPr sz="1800" b="1">
                <a:solidFill>
                  <a:srgbClr val="1E2B3C"/>
                </a:solidFill>
                <a:latin typeface="Arial"/>
                <a:ea typeface="Arial"/>
                <a:cs typeface="Arial"/>
              </a:defRPr>
            </a:pPr>
            <a:r>
              <a:rPr sz="1800" b="1">
                <a:solidFill>
                  <a:srgbClr val="1E2B3C"/>
                </a:solidFill>
                <a:latin typeface="Arial"/>
                <a:ea typeface="Arial"/>
                <a:cs typeface="Arial"/>
              </a:rPr>
              <a:t>REGISTERET</a:t>
            </a:r>
          </a:p>
        </p:txBody>
      </p:sp>
      <p:sp>
        <p:nvSpPr>
          <p:cNvPr id="4" name="">
            <a:extLst xmlns:a="http://schemas.openxmlformats.org/drawingml/2006/main">
              <a:ext uri="{FF2B5EF4-FFF2-40B4-BE49-F238E27FC236}">
                <a16:creationId xmlns:a16="http://schemas.microsoft.com/office/drawing/2014/main" id="{67060D78-674B-431B-B699-75B6A9494BAB}"/>
              </a:ext>
            </a:extLst>
          </p:cNvPr>
          <p:cNvSpPr>
            <a:spLocks xmlns:a="http://schemas.openxmlformats.org/drawingml/2006/main" noGrp="1"/>
          </p:cNvSpPr>
          <p:nvPr/>
        </p:nvSpPr>
        <p:spPr>
          <a:xfrm xmlns:a="http://schemas.openxmlformats.org/drawingml/2006/main">
            <a:off x="3810000" y="2524125"/>
            <a:ext cx="2286000" cy="1428750"/>
          </a:xfrm>
          <a:prstGeom xmlns:a="http://schemas.openxmlformats.org/drawingml/2006/main" prst="roundRect">
            <a:avLst>
              <a:gd name="adj" fmla="val 10667"/>
            </a:avLst>
          </a:prstGeom>
          <a:solidFill xmlns:a="http://schemas.openxmlformats.org/drawingml/2006/main">
            <a:srgbClr val="0062BA"/>
          </a:solidFill>
          <a:ln xmlns:a="http://schemas.openxmlformats.org/drawingml/2006/main" w="9525">
            <a:solidFill>
              <a:srgbClr val="0062BA"/>
            </a:solidFill>
            <a:prstDash val="solid"/>
          </a:ln>
        </p:spPr>
        <p:txBody>
          <a:bodyPr xmlns:a="http://schemas.openxmlformats.org/drawingml/2006/main" anchor="ctr"/>
          <a:lstStyle xmlns:a="http://schemas.openxmlformats.org/drawingml/2006/main"/>
          <a:p xmlns:a="http://schemas.openxmlformats.org/drawingml/2006/main">
            <a:pPr algn="ctr">
              <a:buNone/>
              <a:defRPr sz="1800" b="1">
                <a:solidFill>
                  <a:srgbClr val="FFFFFF"/>
                </a:solidFill>
                <a:latin typeface="Arial"/>
                <a:ea typeface="Arial"/>
                <a:cs typeface="Arial"/>
              </a:defRPr>
            </a:pPr>
            <a:r>
              <a:rPr sz="1800" b="1">
                <a:solidFill>
                  <a:srgbClr val="FFFFFF"/>
                </a:solidFill>
                <a:latin typeface="Arial"/>
                <a:ea typeface="Arial"/>
                <a:cs typeface="Arial"/>
              </a:rPr>
              <a:t>ALTINN</a:t>
            </a:r>
          </a:p>
          <a:p xmlns:a="http://schemas.openxmlformats.org/drawingml/2006/main">
            <a:pPr algn="ctr">
              <a:buNone/>
              <a:defRPr sz="1800" b="1">
                <a:solidFill>
                  <a:srgbClr val="FFFFFF"/>
                </a:solidFill>
                <a:latin typeface="Arial"/>
                <a:ea typeface="Arial"/>
                <a:cs typeface="Arial"/>
              </a:defRPr>
            </a:pPr>
            <a:r>
              <a:rPr sz="1800" b="1">
                <a:solidFill>
                  <a:srgbClr val="FFFFFF"/>
                </a:solidFill>
                <a:latin typeface="Arial"/>
                <a:ea typeface="Arial"/>
                <a:cs typeface="Arial"/>
              </a:rPr>
              <a:t>AUTORISASJON</a:t>
            </a:r>
          </a:p>
        </p:txBody>
      </p:sp>
      <p:sp>
        <p:nvSpPr>
          <p:cNvPr id="5" name="">
            <a:extLst xmlns:a="http://schemas.openxmlformats.org/drawingml/2006/main">
              <a:ext uri="{FF2B5EF4-FFF2-40B4-BE49-F238E27FC236}">
                <a16:creationId xmlns:a16="http://schemas.microsoft.com/office/drawing/2014/main" id="{6CECA516-DA37-4915-896A-49C7CE007E48}"/>
              </a:ext>
            </a:extLst>
          </p:cNvPr>
          <p:cNvSpPr>
            <a:spLocks xmlns:a="http://schemas.openxmlformats.org/drawingml/2006/main" noGrp="1"/>
          </p:cNvSpPr>
          <p:nvPr/>
        </p:nvSpPr>
        <p:spPr>
          <a:xfrm xmlns:a="http://schemas.openxmlformats.org/drawingml/2006/main">
            <a:off x="7239000" y="2190750"/>
            <a:ext cx="819150" cy="819150"/>
          </a:xfrm>
          <a:prstGeom xmlns:a="http://schemas.openxmlformats.org/drawingml/2006/main" prst="ellipse">
            <a:avLst/>
          </a:prstGeom>
          <a:solidFill xmlns:a="http://schemas.openxmlformats.org/drawingml/2006/main">
            <a:srgbClr val="DDF3FF"/>
          </a:solidFill>
          <a:ln xmlns:a="http://schemas.openxmlformats.org/drawingml/2006/main" w="19050">
            <a:solidFill>
              <a:srgbClr val="0062BA"/>
            </a:solid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022F51"/>
                </a:solidFill>
                <a:latin typeface="Arial"/>
                <a:ea typeface="Arial"/>
                <a:cs typeface="Arial"/>
              </a:defRPr>
            </a:pPr>
            <a:r>
              <a:rPr sz="2550" b="1">
                <a:solidFill>
                  <a:srgbClr val="022F51"/>
                </a:solidFill>
                <a:latin typeface="Arial"/>
                <a:ea typeface="Arial"/>
                <a:cs typeface="Arial"/>
              </a:rPr>
              <a:t>G</a:t>
            </a:r>
          </a:p>
        </p:txBody>
      </p:sp>
      <p:sp>
        <p:nvSpPr>
          <p:cNvPr id="6" name="">
            <a:extLst xmlns:a="http://schemas.openxmlformats.org/drawingml/2006/main">
              <a:ext uri="{FF2B5EF4-FFF2-40B4-BE49-F238E27FC236}">
                <a16:creationId xmlns:a16="http://schemas.microsoft.com/office/drawing/2014/main" id="{4443DC9D-3F96-45D0-9EF3-9EAC2CFED98C}"/>
              </a:ext>
            </a:extLst>
          </p:cNvPr>
          <p:cNvSpPr>
            <a:spLocks xmlns:a="http://schemas.openxmlformats.org/drawingml/2006/main" noGrp="1"/>
          </p:cNvSpPr>
          <p:nvPr/>
        </p:nvSpPr>
        <p:spPr>
          <a:xfrm xmlns:a="http://schemas.openxmlformats.org/drawingml/2006/main">
            <a:off x="6819900" y="3105150"/>
            <a:ext cx="16573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425" b="1">
                <a:solidFill>
                  <a:srgbClr val="1E2B3C"/>
                </a:solidFill>
                <a:latin typeface="Arial"/>
                <a:ea typeface="Arial"/>
                <a:cs typeface="Arial"/>
              </a:defRPr>
            </a:pPr>
            <a:r>
              <a:rPr sz="1425" b="1">
                <a:solidFill>
                  <a:srgbClr val="1E2B3C"/>
                </a:solidFill>
                <a:latin typeface="Arial"/>
                <a:ea typeface="Arial"/>
                <a:cs typeface="Arial"/>
              </a:rPr>
              <a:t>Verge</a:t>
            </a:r>
          </a:p>
        </p:txBody>
      </p:sp>
      <p:sp>
        <p:nvSpPr>
          <p:cNvPr id="7" name="">
            <a:extLst xmlns:a="http://schemas.openxmlformats.org/drawingml/2006/main">
              <a:ext uri="{FF2B5EF4-FFF2-40B4-BE49-F238E27FC236}">
                <a16:creationId xmlns:a16="http://schemas.microsoft.com/office/drawing/2014/main" id="{A0849535-51B6-4CBE-AAF8-D21053D36408}"/>
              </a:ext>
            </a:extLst>
          </p:cNvPr>
          <p:cNvSpPr>
            <a:spLocks xmlns:a="http://schemas.openxmlformats.org/drawingml/2006/main" noGrp="1"/>
          </p:cNvSpPr>
          <p:nvPr/>
        </p:nvSpPr>
        <p:spPr>
          <a:xfrm xmlns:a="http://schemas.openxmlformats.org/drawingml/2006/main">
            <a:off x="7239000" y="4286250"/>
            <a:ext cx="819150" cy="819150"/>
          </a:xfrm>
          <a:prstGeom xmlns:a="http://schemas.openxmlformats.org/drawingml/2006/main" prst="ellipse">
            <a:avLst/>
          </a:prstGeom>
          <a:solidFill xmlns:a="http://schemas.openxmlformats.org/drawingml/2006/main">
            <a:srgbClr val="DDF3FF"/>
          </a:solidFill>
          <a:ln xmlns:a="http://schemas.openxmlformats.org/drawingml/2006/main" w="19050">
            <a:solidFill>
              <a:srgbClr val="0062BA"/>
            </a:solid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022F51"/>
                </a:solidFill>
                <a:latin typeface="Arial"/>
                <a:ea typeface="Arial"/>
                <a:cs typeface="Arial"/>
              </a:defRPr>
            </a:pPr>
            <a:r>
              <a:rPr sz="2550" b="1">
                <a:solidFill>
                  <a:srgbClr val="022F51"/>
                </a:solidFill>
                <a:latin typeface="Arial"/>
                <a:ea typeface="Arial"/>
                <a:cs typeface="Arial"/>
              </a:rPr>
              <a:t>P</a:t>
            </a:r>
          </a:p>
        </p:txBody>
      </p:sp>
      <p:sp>
        <p:nvSpPr>
          <p:cNvPr id="8" name="">
            <a:extLst xmlns:a="http://schemas.openxmlformats.org/drawingml/2006/main">
              <a:ext uri="{FF2B5EF4-FFF2-40B4-BE49-F238E27FC236}">
                <a16:creationId xmlns:a16="http://schemas.microsoft.com/office/drawing/2014/main" id="{02119C5F-3340-4610-9E4A-1314EEC2EB46}"/>
              </a:ext>
            </a:extLst>
          </p:cNvPr>
          <p:cNvSpPr>
            <a:spLocks xmlns:a="http://schemas.openxmlformats.org/drawingml/2006/main" noGrp="1"/>
          </p:cNvSpPr>
          <p:nvPr/>
        </p:nvSpPr>
        <p:spPr>
          <a:xfrm xmlns:a="http://schemas.openxmlformats.org/drawingml/2006/main">
            <a:off x="6819900" y="5200650"/>
            <a:ext cx="16573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425" b="1">
                <a:solidFill>
                  <a:srgbClr val="1E2B3C"/>
                </a:solidFill>
                <a:latin typeface="Arial"/>
                <a:ea typeface="Arial"/>
                <a:cs typeface="Arial"/>
              </a:defRPr>
            </a:pPr>
            <a:r>
              <a:rPr sz="1425" b="1">
                <a:solidFill>
                  <a:srgbClr val="1E2B3C"/>
                </a:solidFill>
                <a:latin typeface="Arial"/>
                <a:ea typeface="Arial"/>
                <a:cs typeface="Arial"/>
              </a:rPr>
              <a:t>Personen med verge</a:t>
            </a:r>
          </a:p>
        </p:txBody>
      </p:sp>
      <p:sp>
        <p:nvSpPr>
          <p:cNvPr id="9" name="">
            <a:extLst xmlns:a="http://schemas.openxmlformats.org/drawingml/2006/main">
              <a:ext uri="{FF2B5EF4-FFF2-40B4-BE49-F238E27FC236}">
                <a16:creationId xmlns:a16="http://schemas.microsoft.com/office/drawing/2014/main" id="{910A492C-E31D-4835-91E9-2F4C36341658}"/>
              </a:ext>
            </a:extLst>
          </p:cNvPr>
          <p:cNvSpPr>
            <a:spLocks xmlns:a="http://schemas.openxmlformats.org/drawingml/2006/main" noGrp="1"/>
          </p:cNvSpPr>
          <p:nvPr/>
        </p:nvSpPr>
        <p:spPr>
          <a:xfrm xmlns:a="http://schemas.openxmlformats.org/drawingml/2006/main">
            <a:off x="10191750" y="3238500"/>
            <a:ext cx="819150" cy="819150"/>
          </a:xfrm>
          <a:prstGeom xmlns:a="http://schemas.openxmlformats.org/drawingml/2006/main" prst="ellipse">
            <a:avLst/>
          </a:prstGeom>
          <a:solidFill xmlns:a="http://schemas.openxmlformats.org/drawingml/2006/main">
            <a:srgbClr val="DDF3FF"/>
          </a:solidFill>
          <a:ln xmlns:a="http://schemas.openxmlformats.org/drawingml/2006/main" w="19050">
            <a:solidFill>
              <a:srgbClr val="0062BA"/>
            </a:solid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022F51"/>
                </a:solidFill>
                <a:latin typeface="Arial"/>
                <a:ea typeface="Arial"/>
                <a:cs typeface="Arial"/>
              </a:defRPr>
            </a:pPr>
            <a:r>
              <a:rPr sz="2550" b="1">
                <a:solidFill>
                  <a:srgbClr val="022F51"/>
                </a:solidFill>
                <a:latin typeface="Arial"/>
                <a:ea typeface="Arial"/>
                <a:cs typeface="Arial"/>
              </a:rPr>
              <a:t>T</a:t>
            </a:r>
          </a:p>
        </p:txBody>
      </p:sp>
      <p:sp>
        <p:nvSpPr>
          <p:cNvPr id="10" name="">
            <a:extLst xmlns:a="http://schemas.openxmlformats.org/drawingml/2006/main">
              <a:ext uri="{FF2B5EF4-FFF2-40B4-BE49-F238E27FC236}">
                <a16:creationId xmlns:a16="http://schemas.microsoft.com/office/drawing/2014/main" id="{E273D849-DA72-41D2-8F43-231A6C688645}"/>
              </a:ext>
            </a:extLst>
          </p:cNvPr>
          <p:cNvSpPr>
            <a:spLocks xmlns:a="http://schemas.openxmlformats.org/drawingml/2006/main" noGrp="1"/>
          </p:cNvSpPr>
          <p:nvPr/>
        </p:nvSpPr>
        <p:spPr>
          <a:xfrm xmlns:a="http://schemas.openxmlformats.org/drawingml/2006/main">
            <a:off x="9772650" y="4152900"/>
            <a:ext cx="16573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425" b="1">
                <a:solidFill>
                  <a:srgbClr val="1E2B3C"/>
                </a:solidFill>
                <a:latin typeface="Arial"/>
                <a:ea typeface="Arial"/>
                <a:cs typeface="Arial"/>
              </a:defRPr>
            </a:pPr>
            <a:r>
              <a:rPr sz="1425" b="1">
                <a:solidFill>
                  <a:srgbClr val="1E2B3C"/>
                </a:solidFill>
                <a:latin typeface="Arial"/>
                <a:ea typeface="Arial"/>
                <a:cs typeface="Arial"/>
              </a:rPr>
              <a:t>Digital tjeneste</a:t>
            </a:r>
          </a:p>
        </p:txBody>
      </p:sp>
      <p:cxnSp>
        <p:nvCxnSpPr>
          <p:cNvPr id="303" name=""/>
          <p:cNvCxnSpPr>
            <a:stCxn xmlns:a="http://schemas.openxmlformats.org/drawingml/2006/main" id="3" idx="3"/>
            <a:endCxn xmlns:a="http://schemas.openxmlformats.org/drawingml/2006/main" id="4" idx="1"/>
          </p:cNvCxnSpPr>
          <p:nvPr/>
        </p:nvCxnSpPr>
        <p:spPr>
          <a:xfrm xmlns:a="http://schemas.openxmlformats.org/drawingml/2006/main">
            <a:off x="2667000" y="3238500"/>
            <a:ext cx="1143000" cy="0"/>
          </a:xfrm>
          <a:prstGeom xmlns:a="http://schemas.openxmlformats.org/drawingml/2006/main" prst="straightConnector1">
            <a:avLst/>
          </a:prstGeom>
          <a:ln xmlns:a="http://schemas.openxmlformats.org/drawingml/2006/main" w="28575">
            <a:solidFill>
              <a:srgbClr val="0062BA"/>
            </a:solidFill>
            <a:prstDash val="solid"/>
            <a:headEnd type="none" w="med" len="med"/>
            <a:tailEnd type="triangle" w="sm" len="sm"/>
          </a:ln>
        </p:spPr>
      </p:cxnSp>
      <p:cxnSp>
        <p:nvCxnSpPr>
          <p:cNvPr id="304" name=""/>
          <p:cNvCxnSpPr>
            <a:stCxn xmlns:a="http://schemas.openxmlformats.org/drawingml/2006/main" id="4" idx="3"/>
            <a:endCxn xmlns:a="http://schemas.openxmlformats.org/drawingml/2006/main" id="5" idx="2"/>
          </p:cNvCxnSpPr>
          <p:nvPr/>
        </p:nvCxnSpPr>
        <p:spPr>
          <a:xfrm xmlns:a="http://schemas.openxmlformats.org/drawingml/2006/main" flipV="1">
            <a:off x="6096000" y="2600325"/>
            <a:ext cx="1143000" cy="638175"/>
          </a:xfrm>
          <a:prstGeom xmlns:a="http://schemas.openxmlformats.org/drawingml/2006/main" prst="straightConnector1">
            <a:avLst/>
          </a:prstGeom>
          <a:ln xmlns:a="http://schemas.openxmlformats.org/drawingml/2006/main" w="19050">
            <a:solidFill>
              <a:srgbClr val="0062BA"/>
            </a:solidFill>
            <a:prstDash val="solid"/>
            <a:headEnd type="none" w="med" len="med"/>
            <a:tailEnd type="triangle" w="sm" len="sm"/>
          </a:ln>
        </p:spPr>
      </p:cxnSp>
      <p:cxnSp>
        <p:nvCxnSpPr>
          <p:cNvPr id="305" name=""/>
          <p:cNvCxnSpPr>
            <a:stCxn xmlns:a="http://schemas.openxmlformats.org/drawingml/2006/main" id="4" idx="3"/>
            <a:endCxn xmlns:a="http://schemas.openxmlformats.org/drawingml/2006/main" id="7" idx="2"/>
          </p:cNvCxnSpPr>
          <p:nvPr/>
        </p:nvCxnSpPr>
        <p:spPr>
          <a:xfrm xmlns:a="http://schemas.openxmlformats.org/drawingml/2006/main">
            <a:off x="6096000" y="3238500"/>
            <a:ext cx="1143000" cy="1457325"/>
          </a:xfrm>
          <a:prstGeom xmlns:a="http://schemas.openxmlformats.org/drawingml/2006/main" prst="straightConnector1">
            <a:avLst/>
          </a:prstGeom>
          <a:ln xmlns:a="http://schemas.openxmlformats.org/drawingml/2006/main" w="19050">
            <a:solidFill>
              <a:srgbClr val="0062BA"/>
            </a:solidFill>
            <a:prstDash val="solid"/>
            <a:headEnd type="none" w="med" len="med"/>
            <a:tailEnd type="triangle" w="sm" len="sm"/>
          </a:ln>
        </p:spPr>
      </p:cxnSp>
      <p:cxnSp>
        <p:nvCxnSpPr>
          <p:cNvPr id="306" name=""/>
          <p:cNvCxnSpPr>
            <a:stCxn xmlns:a="http://schemas.openxmlformats.org/drawingml/2006/main" id="5" idx="6"/>
            <a:endCxn xmlns:a="http://schemas.openxmlformats.org/drawingml/2006/main" id="9" idx="2"/>
          </p:cNvCxnSpPr>
          <p:nvPr/>
        </p:nvCxnSpPr>
        <p:spPr>
          <a:xfrm xmlns:a="http://schemas.openxmlformats.org/drawingml/2006/main">
            <a:off x="8058150" y="2600325"/>
            <a:ext cx="2133600" cy="1047750"/>
          </a:xfrm>
          <a:prstGeom xmlns:a="http://schemas.openxmlformats.org/drawingml/2006/main" prst="straightConnector1">
            <a:avLst/>
          </a:prstGeom>
          <a:ln xmlns:a="http://schemas.openxmlformats.org/drawingml/2006/main" w="28575">
            <a:solidFill>
              <a:srgbClr val="0062BA"/>
            </a:solidFill>
            <a:prstDash val="solid"/>
            <a:headEnd type="none" w="med" len="med"/>
            <a:tailEnd type="triangle" w="sm" len="sm"/>
          </a:ln>
        </p:spPr>
      </p:cxnSp>
      <p:cxnSp>
        <p:nvCxnSpPr>
          <p:cNvPr id="307" name=""/>
          <p:cNvCxnSpPr>
            <a:stCxn xmlns:a="http://schemas.openxmlformats.org/drawingml/2006/main" id="5" idx="4"/>
            <a:endCxn xmlns:a="http://schemas.openxmlformats.org/drawingml/2006/main" id="7" idx="0"/>
          </p:cNvCxnSpPr>
          <p:nvPr/>
        </p:nvCxnSpPr>
        <p:spPr>
          <a:xfrm xmlns:a="http://schemas.openxmlformats.org/drawingml/2006/main">
            <a:off x="7648575" y="3009900"/>
            <a:ext cx="0" cy="1276350"/>
          </a:xfrm>
          <a:prstGeom xmlns:a="http://schemas.openxmlformats.org/drawingml/2006/main" prst="straightConnector1">
            <a:avLst/>
          </a:prstGeom>
          <a:ln xmlns:a="http://schemas.openxmlformats.org/drawingml/2006/main" w="19050">
            <a:solidFill>
              <a:srgbClr val="0062BA"/>
            </a:solidFill>
            <a:prstDash val="dash"/>
            <a:headEnd type="none" w="med" len="med"/>
          </a:ln>
        </p:spPr>
      </p:cxnSp>
      <p:sp>
        <p:nvSpPr>
          <p:cNvPr id="16" name="">
            <a:extLst xmlns:a="http://schemas.openxmlformats.org/drawingml/2006/main">
              <a:ext uri="{FF2B5EF4-FFF2-40B4-BE49-F238E27FC236}">
                <a16:creationId xmlns:a16="http://schemas.microsoft.com/office/drawing/2014/main" id="{4240BAB8-B159-492A-A02E-2E3993782152}"/>
              </a:ext>
            </a:extLst>
          </p:cNvPr>
          <p:cNvSpPr>
            <a:spLocks xmlns:a="http://schemas.openxmlformats.org/drawingml/2006/main" noGrp="1"/>
          </p:cNvSpPr>
          <p:nvPr/>
        </p:nvSpPr>
        <p:spPr>
          <a:xfrm xmlns:a="http://schemas.openxmlformats.org/drawingml/2006/main">
            <a:off x="1790700" y="2133600"/>
            <a:ext cx="1619250" cy="4000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0062BA"/>
            </a:solidFill>
            <a:prstDash val="solid"/>
          </a:ln>
        </p:spPr>
        <p:txBody>
          <a:bodyPr xmlns:a="http://schemas.openxmlformats.org/drawingml/2006/main" anchor="ctr"/>
          <a:lstStyle xmlns:a="http://schemas.openxmlformats.org/drawingml/2006/main"/>
          <a:p xmlns:a="http://schemas.openxmlformats.org/drawingml/2006/main">
            <a:pPr algn="ctr">
              <a:buNone/>
              <a:defRPr sz="1275" b="1">
                <a:solidFill>
                  <a:srgbClr val="022F51"/>
                </a:solidFill>
                <a:latin typeface="Arial"/>
                <a:ea typeface="Arial"/>
                <a:cs typeface="Arial"/>
              </a:defRPr>
            </a:pPr>
            <a:r>
              <a:rPr sz="1275" b="1">
                <a:solidFill>
                  <a:srgbClr val="022F51"/>
                </a:solidFill>
                <a:latin typeface="Arial"/>
                <a:ea typeface="Arial"/>
                <a:cs typeface="Arial"/>
              </a:rPr>
              <a:t>vergefullmakt</a:t>
            </a:r>
          </a:p>
        </p:txBody>
      </p:sp>
      <p:sp>
        <p:nvSpPr>
          <p:cNvPr id="17" name="">
            <a:extLst xmlns:a="http://schemas.openxmlformats.org/drawingml/2006/main">
              <a:ext uri="{FF2B5EF4-FFF2-40B4-BE49-F238E27FC236}">
                <a16:creationId xmlns:a16="http://schemas.microsoft.com/office/drawing/2014/main" id="{30E90CF2-DDE3-4301-AC6A-231DA75FF861}"/>
              </a:ext>
            </a:extLst>
          </p:cNvPr>
          <p:cNvSpPr>
            <a:spLocks xmlns:a="http://schemas.openxmlformats.org/drawingml/2006/main" noGrp="1"/>
          </p:cNvSpPr>
          <p:nvPr/>
        </p:nvSpPr>
        <p:spPr>
          <a:xfrm xmlns:a="http://schemas.openxmlformats.org/drawingml/2006/main">
            <a:off x="7696200" y="3543300"/>
            <a:ext cx="1981200" cy="4000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0062BA"/>
            </a:solidFill>
            <a:prstDash val="solid"/>
          </a:ln>
        </p:spPr>
        <p:txBody>
          <a:bodyPr xmlns:a="http://schemas.openxmlformats.org/drawingml/2006/main" anchor="ctr"/>
          <a:lstStyle xmlns:a="http://schemas.openxmlformats.org/drawingml/2006/main"/>
          <a:p xmlns:a="http://schemas.openxmlformats.org/drawingml/2006/main">
            <a:pPr algn="ctr">
              <a:buNone/>
              <a:defRPr sz="1275" b="1">
                <a:solidFill>
                  <a:srgbClr val="022F51"/>
                </a:solidFill>
                <a:latin typeface="Arial"/>
                <a:ea typeface="Arial"/>
                <a:cs typeface="Arial"/>
              </a:defRPr>
            </a:pPr>
            <a:r>
              <a:rPr sz="1275" b="1">
                <a:solidFill>
                  <a:srgbClr val="022F51"/>
                </a:solidFill>
                <a:latin typeface="Arial"/>
                <a:ea typeface="Arial"/>
                <a:cs typeface="Arial"/>
              </a:rPr>
              <a:t>handler på vegne av</a:t>
            </a:r>
          </a:p>
        </p:txBody>
      </p:sp>
      <p:sp>
        <p:nvSpPr>
          <p:cNvPr id="18" name="">
            <a:extLst xmlns:a="http://schemas.openxmlformats.org/drawingml/2006/main">
              <a:ext uri="{FF2B5EF4-FFF2-40B4-BE49-F238E27FC236}">
                <a16:creationId xmlns:a16="http://schemas.microsoft.com/office/drawing/2014/main" id="{57754A85-2E4F-4020-A28B-1390C8053C24}"/>
              </a:ext>
            </a:extLst>
          </p:cNvPr>
          <p:cNvSpPr>
            <a:spLocks xmlns:a="http://schemas.openxmlformats.org/drawingml/2006/main" noGrp="1"/>
          </p:cNvSpPr>
          <p:nvPr/>
        </p:nvSpPr>
        <p:spPr>
          <a:xfrm xmlns:a="http://schemas.openxmlformats.org/drawingml/2006/main">
            <a:off x="1714500" y="5619750"/>
            <a:ext cx="8763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75" b="1">
                <a:solidFill>
                  <a:srgbClr val="022F51"/>
                </a:solidFill>
                <a:latin typeface="Arial"/>
                <a:ea typeface="Arial"/>
                <a:cs typeface="Arial"/>
              </a:defRPr>
            </a:pPr>
            <a:r>
              <a:rPr sz="1575" b="1">
                <a:solidFill>
                  <a:srgbClr val="022F51"/>
                </a:solidFill>
                <a:latin typeface="Arial"/>
                <a:ea typeface="Arial"/>
                <a:cs typeface="Arial"/>
              </a:rPr>
              <a:t>Tjenesteeieren støtter vergemål gjennom regler, aktørvalg og autorisasjonsoppslag.</a:t>
            </a:r>
          </a:p>
        </p:txBody>
      </p:sp>
      <p:sp>
        <p:nvSpPr>
          <p:cNvPr id="19" name="">
            <a:extLst xmlns:a="http://schemas.openxmlformats.org/drawingml/2006/main">
              <a:ext uri="{FF2B5EF4-FFF2-40B4-BE49-F238E27FC236}">
                <a16:creationId xmlns:a16="http://schemas.microsoft.com/office/drawing/2014/main" id="{50862205-686F-437C-9C1B-01F553F1441A}"/>
              </a:ext>
            </a:extLst>
          </p:cNvPr>
          <p:cNvSpPr>
            <a:spLocks xmlns:a="http://schemas.openxmlformats.org/drawingml/2006/main" noGrp="1"/>
          </p:cNvSpPr>
          <p:nvPr/>
        </p:nvSpPr>
        <p:spPr>
          <a:xfrm xmlns:a="http://schemas.openxmlformats.org/drawingml/2006/main">
            <a:off x="457200" y="6429375"/>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l">
              <a:buNone/>
              <a:defRPr sz="900" b="0">
                <a:solidFill>
                  <a:srgbClr val="52616B"/>
                </a:solidFill>
                <a:latin typeface="Arial"/>
                <a:ea typeface="Arial"/>
                <a:cs typeface="Arial"/>
              </a:defRPr>
            </a:pPr>
            <a:r>
              <a:rPr sz="900" b="0">
                <a:solidFill>
                  <a:srgbClr val="52616B"/>
                </a:solidFill>
                <a:latin typeface="Arial"/>
                <a:ea typeface="Arial"/>
                <a:cs typeface="Arial"/>
              </a:rPr>
              <a:t>Altinn Autorisasjon</a:t>
            </a:r>
          </a:p>
        </p:txBody>
      </p:sp>
      <p:sp>
        <p:nvSpPr>
          <p:cNvPr id="20" name="">
            <a:extLst xmlns:a="http://schemas.openxmlformats.org/drawingml/2006/main">
              <a:ext uri="{FF2B5EF4-FFF2-40B4-BE49-F238E27FC236}">
                <a16:creationId xmlns:a16="http://schemas.microsoft.com/office/drawing/2014/main" id="{D9C7157A-83A3-4B67-8DB9-436E5EEE0A55}"/>
              </a:ext>
            </a:extLst>
          </p:cNvPr>
          <p:cNvSpPr>
            <a:spLocks xmlns:a="http://schemas.openxmlformats.org/drawingml/2006/main" noGrp="1"/>
          </p:cNvSpPr>
          <p:nvPr/>
        </p:nvSpPr>
        <p:spPr>
          <a:xfrm xmlns:a="http://schemas.openxmlformats.org/drawingml/2006/main">
            <a:off x="11191875" y="6400800"/>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r">
              <a:buNone/>
              <a:defRPr sz="900" b="0">
                <a:solidFill>
                  <a:srgbClr val="52616B"/>
                </a:solidFill>
                <a:latin typeface="Arial"/>
                <a:ea typeface="Arial"/>
                <a:cs typeface="Arial"/>
              </a:defRPr>
            </a:pPr>
            <a:r>
              <a:rPr sz="900" b="0">
                <a:solidFill>
                  <a:srgbClr val="52616B"/>
                </a:solidFill>
                <a:latin typeface="Arial"/>
                <a:ea typeface="Arial"/>
                <a:cs typeface="Arial"/>
              </a:rPr>
              <a:t>26</a:t>
            </a:r>
          </a:p>
        </p:txBody>
      </p:sp>
      <p:sp>
        <p:nvSpPr>
          <p:cNvPr id="36" name="">
            <a:extLst xmlns:a="http://schemas.openxmlformats.org/drawingml/2006/main">
              <a:ext uri="{FF2B5EF4-FFF2-40B4-BE49-F238E27FC236}">
                <a16:creationId xmlns:a16="http://schemas.microsoft.com/office/drawing/2014/main" id="{51D779B9-D3B0-4F94-B8E9-3ED0DAB752B3}"/>
              </a:ext>
            </a:extLst>
          </p:cNvPr>
          <p:cNvSpPr>
            <a:spLocks xmlns:a="http://schemas.openxmlformats.org/drawingml/2006/main" noGrp="1"/>
          </p:cNvSpPr>
          <p:nvPr/>
        </p:nvSpPr>
        <p:spPr>
          <a:xfrm xmlns:a="http://schemas.openxmlformats.org/drawingml/2006/main">
            <a:off x="10915650" y="6248400"/>
            <a:ext cx="952500" cy="52387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37" name="">
            <a:extLst xmlns:a="http://schemas.openxmlformats.org/drawingml/2006/main">
              <a:ext uri="{FF2B5EF4-FFF2-40B4-BE49-F238E27FC236}">
                <a16:creationId xmlns:a16="http://schemas.microsoft.com/office/drawing/2014/main" id="{8718E9A6-F1E0-45CE-AC4D-611BF0A95EA5}"/>
              </a:ext>
            </a:extLst>
          </p:cNvPr>
          <p:cNvSpPr>
            <a:spLocks xmlns:a="http://schemas.openxmlformats.org/drawingml/2006/main" noGrp="1"/>
          </p:cNvSpPr>
          <p:nvPr/>
        </p:nvSpPr>
        <p:spPr>
          <a:xfrm xmlns:a="http://schemas.openxmlformats.org/drawingml/2006/main">
            <a:off x="11191875" y="6400800"/>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r">
              <a:buNone/>
              <a:defRPr sz="900" b="0">
                <a:solidFill>
                  <a:srgbClr val="52616B"/>
                </a:solidFill>
                <a:latin typeface="Arial"/>
                <a:ea typeface="Arial"/>
                <a:cs typeface="Arial"/>
              </a:defRPr>
            </a:pPr>
            <a:r>
              <a:rPr sz="900" b="0">
                <a:solidFill>
                  <a:srgbClr val="52616B"/>
                </a:solidFill>
                <a:latin typeface="Arial"/>
                <a:ea typeface="Arial"/>
                <a:cs typeface="Arial"/>
              </a:rPr>
              <a:t>26</a:t>
            </a:r>
          </a:p>
        </p:txBody>
      </p:sp>
    </p:spTree>
    <p:extLst>
      <p:ext uri="{BB962C8B-B14F-4D97-AF65-F5344CB8AC3E}">
        <p14:creationId xmlns:p14="http://schemas.microsoft.com/office/powerpoint/2010/main" val="1496721021"/>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section-14">
            <a:extLst xmlns:a="http://schemas.openxmlformats.org/drawingml/2006/main">
              <a:ext uri="{FF2B5EF4-FFF2-40B4-BE49-F238E27FC236}">
                <a16:creationId xmlns:a16="http://schemas.microsoft.com/office/drawing/2014/main" id="{E7D76C51-C73C-4ED6-93F5-A5F2FBD89B12}"/>
              </a:ext>
            </a:extLst>
          </p:cNvPr>
          <p:cNvSpPr>
            <a:spLocks xmlns:a="http://schemas.openxmlformats.org/drawingml/2006/main" noGrp="1"/>
          </p:cNvSpPr>
          <p:nvPr/>
        </p:nvSpPr>
        <p:spPr>
          <a:xfrm xmlns:a="http://schemas.openxmlformats.org/drawingml/2006/main">
            <a:off x="457200" y="3238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0062BA"/>
                </a:solidFill>
                <a:latin typeface="Arial"/>
                <a:ea typeface="Arial"/>
                <a:cs typeface="Arial"/>
              </a:defRPr>
            </a:pPr>
            <a:r>
              <a:rPr sz="1050" b="1">
                <a:solidFill>
                  <a:srgbClr val="0062BA"/>
                </a:solidFill>
                <a:latin typeface="Arial"/>
                <a:ea typeface="Arial"/>
                <a:cs typeface="Arial"/>
              </a:rPr>
              <a:t>FELLES FORSTÅELSE</a:t>
            </a:r>
          </a:p>
        </p:txBody>
      </p:sp>
      <p:sp>
        <p:nvSpPr>
          <p:cNvPr id="2" name="title-14">
            <a:extLst xmlns:a="http://schemas.openxmlformats.org/drawingml/2006/main">
              <a:ext uri="{FF2B5EF4-FFF2-40B4-BE49-F238E27FC236}">
                <a16:creationId xmlns:a16="http://schemas.microsoft.com/office/drawing/2014/main" id="{49037B6A-4ECB-4973-9A47-FB5B2658DEF8}"/>
              </a:ext>
            </a:extLst>
          </p:cNvPr>
          <p:cNvSpPr>
            <a:spLocks xmlns:a="http://schemas.openxmlformats.org/drawingml/2006/main" noGrp="1"/>
          </p:cNvSpPr>
          <p:nvPr/>
        </p:nvSpPr>
        <p:spPr>
          <a:xfrm xmlns:a="http://schemas.openxmlformats.org/drawingml/2006/main">
            <a:off x="457200" y="647700"/>
            <a:ext cx="11049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150" b="1">
                <a:solidFill>
                  <a:srgbClr val="1E2B3C"/>
                </a:solidFill>
                <a:latin typeface="Arial"/>
                <a:ea typeface="Arial"/>
                <a:cs typeface="Arial"/>
              </a:defRPr>
            </a:pPr>
            <a:r>
              <a:rPr sz="3150" b="1">
                <a:solidFill>
                  <a:srgbClr val="1E2B3C"/>
                </a:solidFill>
                <a:latin typeface="Arial"/>
                <a:ea typeface="Arial"/>
                <a:cs typeface="Arial"/>
              </a:rPr>
              <a:t>Ulike målgrupper møter ulike deler av tilbudet</a:t>
            </a:r>
          </a:p>
        </p:txBody>
      </p:sp>
      <p:sp>
        <p:nvSpPr>
          <p:cNvPr id="3" name="">
            <a:extLst xmlns:a="http://schemas.openxmlformats.org/drawingml/2006/main">
              <a:ext uri="{FF2B5EF4-FFF2-40B4-BE49-F238E27FC236}">
                <a16:creationId xmlns:a16="http://schemas.microsoft.com/office/drawing/2014/main" id="{15BDDC7C-44E0-46D8-A0BA-A9572056FA36}"/>
              </a:ext>
            </a:extLst>
          </p:cNvPr>
          <p:cNvSpPr>
            <a:spLocks xmlns:a="http://schemas.openxmlformats.org/drawingml/2006/main" noGrp="1"/>
          </p:cNvSpPr>
          <p:nvPr/>
        </p:nvSpPr>
        <p:spPr>
          <a:xfrm xmlns:a="http://schemas.openxmlformats.org/drawingml/2006/main">
            <a:off x="457200" y="1466850"/>
            <a:ext cx="952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0">
                <a:solidFill>
                  <a:srgbClr val="52616B"/>
                </a:solidFill>
                <a:latin typeface="Arial"/>
                <a:ea typeface="Arial"/>
                <a:cs typeface="Arial"/>
              </a:defRPr>
            </a:pPr>
            <a:r>
              <a:rPr sz="1725" b="0">
                <a:solidFill>
                  <a:srgbClr val="52616B"/>
                </a:solidFill>
                <a:latin typeface="Arial"/>
                <a:ea typeface="Arial"/>
                <a:cs typeface="Arial"/>
              </a:rPr>
              <a:t>Vi arbeider med samme grunnmodell, men ser den fra forskjellige ståsteder.</a:t>
            </a:r>
          </a:p>
        </p:txBody>
      </p:sp>
      <p:sp>
        <p:nvSpPr>
          <p:cNvPr id="4" name="">
            <a:extLst xmlns:a="http://schemas.openxmlformats.org/drawingml/2006/main">
              <a:ext uri="{FF2B5EF4-FFF2-40B4-BE49-F238E27FC236}">
                <a16:creationId xmlns:a16="http://schemas.microsoft.com/office/drawing/2014/main" id="{5A04003D-0576-4DE4-8BA6-3E0F94EB932C}"/>
              </a:ext>
            </a:extLst>
          </p:cNvPr>
          <p:cNvSpPr>
            <a:spLocks xmlns:a="http://schemas.openxmlformats.org/drawingml/2006/main" noGrp="1"/>
          </p:cNvSpPr>
          <p:nvPr/>
        </p:nvSpPr>
        <p:spPr>
          <a:xfrm xmlns:a="http://schemas.openxmlformats.org/drawingml/2006/main">
            <a:off x="1314450" y="2362200"/>
            <a:ext cx="781050" cy="781050"/>
          </a:xfrm>
          <a:prstGeom xmlns:a="http://schemas.openxmlformats.org/drawingml/2006/main" prst="ellipse">
            <a:avLst/>
          </a:prstGeom>
          <a:solidFill xmlns:a="http://schemas.openxmlformats.org/drawingml/2006/main">
            <a:srgbClr val="DDF3FF"/>
          </a:solidFill>
          <a:ln xmlns:a="http://schemas.openxmlformats.org/drawingml/2006/main" w="19050">
            <a:solidFill>
              <a:srgbClr val="0062BA"/>
            </a:solid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022F51"/>
                </a:solidFill>
                <a:latin typeface="Arial"/>
                <a:ea typeface="Arial"/>
                <a:cs typeface="Arial"/>
              </a:defRPr>
            </a:pPr>
            <a:r>
              <a:rPr sz="1650" b="1">
                <a:solidFill>
                  <a:srgbClr val="022F51"/>
                </a:solidFill>
                <a:latin typeface="Arial"/>
                <a:ea typeface="Arial"/>
                <a:cs typeface="Arial"/>
              </a:rPr>
              <a:t>P/V</a:t>
            </a:r>
          </a:p>
        </p:txBody>
      </p:sp>
      <p:sp>
        <p:nvSpPr>
          <p:cNvPr id="5" name="">
            <a:extLst xmlns:a="http://schemas.openxmlformats.org/drawingml/2006/main">
              <a:ext uri="{FF2B5EF4-FFF2-40B4-BE49-F238E27FC236}">
                <a16:creationId xmlns:a16="http://schemas.microsoft.com/office/drawing/2014/main" id="{653712A8-89C8-4371-B615-F15270B97EDB}"/>
              </a:ext>
            </a:extLst>
          </p:cNvPr>
          <p:cNvSpPr>
            <a:spLocks xmlns:a="http://schemas.openxmlformats.org/drawingml/2006/main" noGrp="1"/>
          </p:cNvSpPr>
          <p:nvPr/>
        </p:nvSpPr>
        <p:spPr>
          <a:xfrm xmlns:a="http://schemas.openxmlformats.org/drawingml/2006/main">
            <a:off x="895350" y="3238500"/>
            <a:ext cx="1619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r>
              <a:t/>
            </a:r>
          </a:p>
        </p:txBody>
      </p:sp>
      <p:sp>
        <p:nvSpPr>
          <p:cNvPr id="6" name="">
            <a:extLst xmlns:a="http://schemas.openxmlformats.org/drawingml/2006/main">
              <a:ext uri="{FF2B5EF4-FFF2-40B4-BE49-F238E27FC236}">
                <a16:creationId xmlns:a16="http://schemas.microsoft.com/office/drawing/2014/main" id="{852E4DA7-4861-4173-9B53-C63746D761BA}"/>
              </a:ext>
            </a:extLst>
          </p:cNvPr>
          <p:cNvSpPr>
            <a:spLocks xmlns:a="http://schemas.openxmlformats.org/drawingml/2006/main" noGrp="1"/>
          </p:cNvSpPr>
          <p:nvPr/>
        </p:nvSpPr>
        <p:spPr>
          <a:xfrm xmlns:a="http://schemas.openxmlformats.org/drawingml/2006/main">
            <a:off x="533400" y="3619500"/>
            <a:ext cx="23622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650" b="1">
                <a:solidFill>
                  <a:srgbClr val="1E2B3C"/>
                </a:solidFill>
                <a:latin typeface="Arial"/>
                <a:ea typeface="Arial"/>
                <a:cs typeface="Arial"/>
              </a:defRPr>
            </a:pPr>
            <a:r>
              <a:rPr sz="1650" b="1">
                <a:solidFill>
                  <a:srgbClr val="1E2B3C"/>
                </a:solidFill>
                <a:latin typeface="Arial"/>
                <a:ea typeface="Arial"/>
                <a:cs typeface="Arial"/>
              </a:rPr>
              <a:t>Personer og virksomheter</a:t>
            </a:r>
          </a:p>
        </p:txBody>
      </p:sp>
      <p:sp>
        <p:nvSpPr>
          <p:cNvPr id="7" name="">
            <a:extLst xmlns:a="http://schemas.openxmlformats.org/drawingml/2006/main">
              <a:ext uri="{FF2B5EF4-FFF2-40B4-BE49-F238E27FC236}">
                <a16:creationId xmlns:a16="http://schemas.microsoft.com/office/drawing/2014/main" id="{A8C3DB0B-CA62-42C8-A373-A65E93E80F99}"/>
              </a:ext>
            </a:extLst>
          </p:cNvPr>
          <p:cNvSpPr>
            <a:spLocks xmlns:a="http://schemas.openxmlformats.org/drawingml/2006/main" noGrp="1"/>
          </p:cNvSpPr>
          <p:nvPr/>
        </p:nvSpPr>
        <p:spPr>
          <a:xfrm xmlns:a="http://schemas.openxmlformats.org/drawingml/2006/main">
            <a:off x="533400" y="4438650"/>
            <a:ext cx="2362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425" b="0">
                <a:solidFill>
                  <a:srgbClr val="52616B"/>
                </a:solidFill>
                <a:latin typeface="Arial"/>
                <a:ea typeface="Arial"/>
                <a:cs typeface="Arial"/>
              </a:defRPr>
            </a:pPr>
            <a:r>
              <a:rPr sz="1425" b="0">
                <a:solidFill>
                  <a:srgbClr val="52616B"/>
                </a:solidFill>
                <a:latin typeface="Arial"/>
                <a:ea typeface="Arial"/>
                <a:cs typeface="Arial"/>
              </a:rPr>
              <a:t>Ser, gir og trekker tilbake fullmakter</a:t>
            </a:r>
          </a:p>
        </p:txBody>
      </p:sp>
      <p:sp>
        <p:nvSpPr>
          <p:cNvPr id="8" name="">
            <a:extLst xmlns:a="http://schemas.openxmlformats.org/drawingml/2006/main">
              <a:ext uri="{FF2B5EF4-FFF2-40B4-BE49-F238E27FC236}">
                <a16:creationId xmlns:a16="http://schemas.microsoft.com/office/drawing/2014/main" id="{6B4FFC8C-D481-4391-9131-14F649B2D7FB}"/>
              </a:ext>
            </a:extLst>
          </p:cNvPr>
          <p:cNvSpPr>
            <a:spLocks xmlns:a="http://schemas.openxmlformats.org/drawingml/2006/main" noGrp="1"/>
          </p:cNvSpPr>
          <p:nvPr/>
        </p:nvSpPr>
        <p:spPr>
          <a:xfrm xmlns:a="http://schemas.openxmlformats.org/drawingml/2006/main">
            <a:off x="3190875" y="2133600"/>
            <a:ext cx="0" cy="3333750"/>
          </a:xfrm>
          <a:prstGeom xmlns:a="http://schemas.openxmlformats.org/drawingml/2006/main" prst="line">
            <a:avLst/>
          </a:prstGeom>
          <a:noFill xmlns:a="http://schemas.openxmlformats.org/drawingml/2006/main"/>
          <a:ln xmlns:a="http://schemas.openxmlformats.org/drawingml/2006/main" w="9525">
            <a:solidFill>
              <a:srgbClr val="B8C4CC"/>
            </a:solidFill>
            <a:prstDash val="solid"/>
          </a:ln>
        </p:spPr>
      </p:sp>
      <p:sp>
        <p:nvSpPr>
          <p:cNvPr id="9" name="">
            <a:extLst xmlns:a="http://schemas.openxmlformats.org/drawingml/2006/main">
              <a:ext uri="{FF2B5EF4-FFF2-40B4-BE49-F238E27FC236}">
                <a16:creationId xmlns:a16="http://schemas.microsoft.com/office/drawing/2014/main" id="{D8E6267D-7A16-4E54-862F-E06CDC0E0EDD}"/>
              </a:ext>
            </a:extLst>
          </p:cNvPr>
          <p:cNvSpPr>
            <a:spLocks xmlns:a="http://schemas.openxmlformats.org/drawingml/2006/main" noGrp="1"/>
          </p:cNvSpPr>
          <p:nvPr/>
        </p:nvSpPr>
        <p:spPr>
          <a:xfrm xmlns:a="http://schemas.openxmlformats.org/drawingml/2006/main">
            <a:off x="4200525" y="2362200"/>
            <a:ext cx="781050" cy="781050"/>
          </a:xfrm>
          <a:prstGeom xmlns:a="http://schemas.openxmlformats.org/drawingml/2006/main" prst="ellipse">
            <a:avLst/>
          </a:prstGeom>
          <a:solidFill xmlns:a="http://schemas.openxmlformats.org/drawingml/2006/main">
            <a:srgbClr val="DDF3FF"/>
          </a:solidFill>
          <a:ln xmlns:a="http://schemas.openxmlformats.org/drawingml/2006/main" w="19050">
            <a:solidFill>
              <a:srgbClr val="0062BA"/>
            </a:solidFill>
            <a:prstDash val="solid"/>
          </a:ln>
        </p:spPr>
        <p:txBody>
          <a:bodyPr xmlns:a="http://schemas.openxmlformats.org/drawingml/2006/main" anchor="ctr"/>
          <a:lstStyle xmlns:a="http://schemas.openxmlformats.org/drawingml/2006/main"/>
          <a:p xmlns:a="http://schemas.openxmlformats.org/drawingml/2006/main">
            <a:pPr algn="ctr">
              <a:buNone/>
              <a:defRPr sz="2100" b="1">
                <a:solidFill>
                  <a:srgbClr val="022F51"/>
                </a:solidFill>
                <a:latin typeface="Arial"/>
                <a:ea typeface="Arial"/>
                <a:cs typeface="Arial"/>
              </a:defRPr>
            </a:pPr>
            <a:r>
              <a:rPr sz="2100" b="1">
                <a:solidFill>
                  <a:srgbClr val="022F51"/>
                </a:solidFill>
                <a:latin typeface="Arial"/>
                <a:ea typeface="Arial"/>
                <a:cs typeface="Arial"/>
              </a:rPr>
              <a:t>TE</a:t>
            </a:r>
          </a:p>
        </p:txBody>
      </p:sp>
      <p:sp>
        <p:nvSpPr>
          <p:cNvPr id="10" name="">
            <a:extLst xmlns:a="http://schemas.openxmlformats.org/drawingml/2006/main">
              <a:ext uri="{FF2B5EF4-FFF2-40B4-BE49-F238E27FC236}">
                <a16:creationId xmlns:a16="http://schemas.microsoft.com/office/drawing/2014/main" id="{64D7B3AC-664B-40EF-B1CB-61B0C9031278}"/>
              </a:ext>
            </a:extLst>
          </p:cNvPr>
          <p:cNvSpPr>
            <a:spLocks xmlns:a="http://schemas.openxmlformats.org/drawingml/2006/main" noGrp="1"/>
          </p:cNvSpPr>
          <p:nvPr/>
        </p:nvSpPr>
        <p:spPr>
          <a:xfrm xmlns:a="http://schemas.openxmlformats.org/drawingml/2006/main">
            <a:off x="3781425" y="3238500"/>
            <a:ext cx="1619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r>
              <a:t/>
            </a:r>
          </a:p>
        </p:txBody>
      </p:sp>
      <p:sp>
        <p:nvSpPr>
          <p:cNvPr id="11" name="">
            <a:extLst xmlns:a="http://schemas.openxmlformats.org/drawingml/2006/main">
              <a:ext uri="{FF2B5EF4-FFF2-40B4-BE49-F238E27FC236}">
                <a16:creationId xmlns:a16="http://schemas.microsoft.com/office/drawing/2014/main" id="{6F5ACE04-D797-4883-AEE5-808701EE6509}"/>
              </a:ext>
            </a:extLst>
          </p:cNvPr>
          <p:cNvSpPr>
            <a:spLocks xmlns:a="http://schemas.openxmlformats.org/drawingml/2006/main" noGrp="1"/>
          </p:cNvSpPr>
          <p:nvPr/>
        </p:nvSpPr>
        <p:spPr>
          <a:xfrm xmlns:a="http://schemas.openxmlformats.org/drawingml/2006/main">
            <a:off x="3419475" y="3619500"/>
            <a:ext cx="23622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650" b="1">
                <a:solidFill>
                  <a:srgbClr val="1E2B3C"/>
                </a:solidFill>
                <a:latin typeface="Arial"/>
                <a:ea typeface="Arial"/>
                <a:cs typeface="Arial"/>
              </a:defRPr>
            </a:pPr>
            <a:r>
              <a:rPr sz="1650" b="1">
                <a:solidFill>
                  <a:srgbClr val="1E2B3C"/>
                </a:solidFill>
                <a:latin typeface="Arial"/>
                <a:ea typeface="Arial"/>
                <a:cs typeface="Arial"/>
              </a:rPr>
              <a:t>Tjenesteeiere</a:t>
            </a:r>
          </a:p>
        </p:txBody>
      </p:sp>
      <p:sp>
        <p:nvSpPr>
          <p:cNvPr id="12" name="">
            <a:extLst xmlns:a="http://schemas.openxmlformats.org/drawingml/2006/main">
              <a:ext uri="{FF2B5EF4-FFF2-40B4-BE49-F238E27FC236}">
                <a16:creationId xmlns:a16="http://schemas.microsoft.com/office/drawing/2014/main" id="{A578B16F-4401-43BD-AB23-A7D62DE00A80}"/>
              </a:ext>
            </a:extLst>
          </p:cNvPr>
          <p:cNvSpPr>
            <a:spLocks xmlns:a="http://schemas.openxmlformats.org/drawingml/2006/main" noGrp="1"/>
          </p:cNvSpPr>
          <p:nvPr/>
        </p:nvSpPr>
        <p:spPr>
          <a:xfrm xmlns:a="http://schemas.openxmlformats.org/drawingml/2006/main">
            <a:off x="3419475" y="4438650"/>
            <a:ext cx="2362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425" b="0">
                <a:solidFill>
                  <a:srgbClr val="52616B"/>
                </a:solidFill>
                <a:latin typeface="Arial"/>
                <a:ea typeface="Arial"/>
                <a:cs typeface="Arial"/>
              </a:defRPr>
            </a:pPr>
            <a:r>
              <a:rPr sz="1425" b="0">
                <a:solidFill>
                  <a:srgbClr val="52616B"/>
                </a:solidFill>
                <a:latin typeface="Arial"/>
                <a:ea typeface="Arial"/>
                <a:cs typeface="Arial"/>
              </a:rPr>
              <a:t>Beskriver ressurser, handlinger og regler</a:t>
            </a:r>
          </a:p>
        </p:txBody>
      </p:sp>
      <p:sp>
        <p:nvSpPr>
          <p:cNvPr id="13" name="">
            <a:extLst xmlns:a="http://schemas.openxmlformats.org/drawingml/2006/main">
              <a:ext uri="{FF2B5EF4-FFF2-40B4-BE49-F238E27FC236}">
                <a16:creationId xmlns:a16="http://schemas.microsoft.com/office/drawing/2014/main" id="{2D8E095A-EB8B-42B3-9984-0E59EABEBC27}"/>
              </a:ext>
            </a:extLst>
          </p:cNvPr>
          <p:cNvSpPr>
            <a:spLocks xmlns:a="http://schemas.openxmlformats.org/drawingml/2006/main" noGrp="1"/>
          </p:cNvSpPr>
          <p:nvPr/>
        </p:nvSpPr>
        <p:spPr>
          <a:xfrm xmlns:a="http://schemas.openxmlformats.org/drawingml/2006/main">
            <a:off x="6076950" y="2133600"/>
            <a:ext cx="0" cy="3333750"/>
          </a:xfrm>
          <a:prstGeom xmlns:a="http://schemas.openxmlformats.org/drawingml/2006/main" prst="line">
            <a:avLst/>
          </a:prstGeom>
          <a:noFill xmlns:a="http://schemas.openxmlformats.org/drawingml/2006/main"/>
          <a:ln xmlns:a="http://schemas.openxmlformats.org/drawingml/2006/main" w="9525">
            <a:solidFill>
              <a:srgbClr val="B8C4CC"/>
            </a:solidFill>
            <a:prstDash val="solid"/>
          </a:ln>
        </p:spPr>
      </p:sp>
      <p:sp>
        <p:nvSpPr>
          <p:cNvPr id="14" name="">
            <a:extLst xmlns:a="http://schemas.openxmlformats.org/drawingml/2006/main">
              <a:ext uri="{FF2B5EF4-FFF2-40B4-BE49-F238E27FC236}">
                <a16:creationId xmlns:a16="http://schemas.microsoft.com/office/drawing/2014/main" id="{438ACAF1-74DA-44F5-903A-F9385C4E9B41}"/>
              </a:ext>
            </a:extLst>
          </p:cNvPr>
          <p:cNvSpPr>
            <a:spLocks xmlns:a="http://schemas.openxmlformats.org/drawingml/2006/main" noGrp="1"/>
          </p:cNvSpPr>
          <p:nvPr/>
        </p:nvSpPr>
        <p:spPr>
          <a:xfrm xmlns:a="http://schemas.openxmlformats.org/drawingml/2006/main">
            <a:off x="7086600" y="2362200"/>
            <a:ext cx="781050" cy="781050"/>
          </a:xfrm>
          <a:prstGeom xmlns:a="http://schemas.openxmlformats.org/drawingml/2006/main" prst="ellipse">
            <a:avLst/>
          </a:prstGeom>
          <a:solidFill xmlns:a="http://schemas.openxmlformats.org/drawingml/2006/main">
            <a:srgbClr val="DDF3FF"/>
          </a:solidFill>
          <a:ln xmlns:a="http://schemas.openxmlformats.org/drawingml/2006/main" w="19050">
            <a:solidFill>
              <a:srgbClr val="0062BA"/>
            </a:solidFill>
            <a:prstDash val="solid"/>
          </a:ln>
        </p:spPr>
        <p:txBody>
          <a:bodyPr xmlns:a="http://schemas.openxmlformats.org/drawingml/2006/main" anchor="ctr"/>
          <a:lstStyle xmlns:a="http://schemas.openxmlformats.org/drawingml/2006/main"/>
          <a:p xmlns:a="http://schemas.openxmlformats.org/drawingml/2006/main">
            <a:pPr algn="ctr">
              <a:buNone/>
              <a:defRPr sz="2100" b="1">
                <a:solidFill>
                  <a:srgbClr val="022F51"/>
                </a:solidFill>
                <a:latin typeface="Arial"/>
                <a:ea typeface="Arial"/>
                <a:cs typeface="Arial"/>
              </a:defRPr>
            </a:pPr>
            <a:r>
              <a:rPr sz="2100" b="1">
                <a:solidFill>
                  <a:srgbClr val="022F51"/>
                </a:solidFill>
                <a:latin typeface="Arial"/>
                <a:ea typeface="Arial"/>
                <a:cs typeface="Arial"/>
              </a:rPr>
              <a:t>SL</a:t>
            </a:r>
          </a:p>
        </p:txBody>
      </p:sp>
      <p:sp>
        <p:nvSpPr>
          <p:cNvPr id="15" name="">
            <a:extLst xmlns:a="http://schemas.openxmlformats.org/drawingml/2006/main">
              <a:ext uri="{FF2B5EF4-FFF2-40B4-BE49-F238E27FC236}">
                <a16:creationId xmlns:a16="http://schemas.microsoft.com/office/drawing/2014/main" id="{5B77C831-C4C1-4DDE-9D9A-486551D3FF16}"/>
              </a:ext>
            </a:extLst>
          </p:cNvPr>
          <p:cNvSpPr>
            <a:spLocks xmlns:a="http://schemas.openxmlformats.org/drawingml/2006/main" noGrp="1"/>
          </p:cNvSpPr>
          <p:nvPr/>
        </p:nvSpPr>
        <p:spPr>
          <a:xfrm xmlns:a="http://schemas.openxmlformats.org/drawingml/2006/main">
            <a:off x="6667500" y="3238500"/>
            <a:ext cx="1619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r>
              <a:t/>
            </a:r>
          </a:p>
        </p:txBody>
      </p:sp>
      <p:sp>
        <p:nvSpPr>
          <p:cNvPr id="16" name="">
            <a:extLst xmlns:a="http://schemas.openxmlformats.org/drawingml/2006/main">
              <a:ext uri="{FF2B5EF4-FFF2-40B4-BE49-F238E27FC236}">
                <a16:creationId xmlns:a16="http://schemas.microsoft.com/office/drawing/2014/main" id="{684A8422-59DC-4134-9727-7865B0B5FA42}"/>
              </a:ext>
            </a:extLst>
          </p:cNvPr>
          <p:cNvSpPr>
            <a:spLocks xmlns:a="http://schemas.openxmlformats.org/drawingml/2006/main" noGrp="1"/>
          </p:cNvSpPr>
          <p:nvPr/>
        </p:nvSpPr>
        <p:spPr>
          <a:xfrm xmlns:a="http://schemas.openxmlformats.org/drawingml/2006/main">
            <a:off x="6305550" y="3619500"/>
            <a:ext cx="23622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650" b="1">
                <a:solidFill>
                  <a:srgbClr val="1E2B3C"/>
                </a:solidFill>
                <a:latin typeface="Arial"/>
                <a:ea typeface="Arial"/>
                <a:cs typeface="Arial"/>
              </a:defRPr>
            </a:pPr>
            <a:r>
              <a:rPr sz="1650" b="1">
                <a:solidFill>
                  <a:srgbClr val="1E2B3C"/>
                </a:solidFill>
                <a:latin typeface="Arial"/>
                <a:ea typeface="Arial"/>
                <a:cs typeface="Arial"/>
              </a:rPr>
              <a:t>Systemleverandører</a:t>
            </a:r>
          </a:p>
        </p:txBody>
      </p:sp>
      <p:sp>
        <p:nvSpPr>
          <p:cNvPr id="17" name="">
            <a:extLst xmlns:a="http://schemas.openxmlformats.org/drawingml/2006/main">
              <a:ext uri="{FF2B5EF4-FFF2-40B4-BE49-F238E27FC236}">
                <a16:creationId xmlns:a16="http://schemas.microsoft.com/office/drawing/2014/main" id="{E7376965-B54D-4883-9CEA-3B20A411A997}"/>
              </a:ext>
            </a:extLst>
          </p:cNvPr>
          <p:cNvSpPr>
            <a:spLocks xmlns:a="http://schemas.openxmlformats.org/drawingml/2006/main" noGrp="1"/>
          </p:cNvSpPr>
          <p:nvPr/>
        </p:nvSpPr>
        <p:spPr>
          <a:xfrm xmlns:a="http://schemas.openxmlformats.org/drawingml/2006/main">
            <a:off x="6305550" y="4438650"/>
            <a:ext cx="2362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425" b="0">
                <a:solidFill>
                  <a:srgbClr val="52616B"/>
                </a:solidFill>
                <a:latin typeface="Arial"/>
                <a:ea typeface="Arial"/>
                <a:cs typeface="Arial"/>
              </a:defRPr>
            </a:pPr>
            <a:r>
              <a:rPr sz="1425" b="0">
                <a:solidFill>
                  <a:srgbClr val="52616B"/>
                </a:solidFill>
                <a:latin typeface="Arial"/>
                <a:ea typeface="Arial"/>
                <a:cs typeface="Arial"/>
              </a:rPr>
              <a:t>Knytter systemer til avgrensede fullmakter</a:t>
            </a:r>
          </a:p>
        </p:txBody>
      </p:sp>
      <p:sp>
        <p:nvSpPr>
          <p:cNvPr id="18" name="">
            <a:extLst xmlns:a="http://schemas.openxmlformats.org/drawingml/2006/main">
              <a:ext uri="{FF2B5EF4-FFF2-40B4-BE49-F238E27FC236}">
                <a16:creationId xmlns:a16="http://schemas.microsoft.com/office/drawing/2014/main" id="{04240270-12C4-42FD-B45A-3237C937549F}"/>
              </a:ext>
            </a:extLst>
          </p:cNvPr>
          <p:cNvSpPr>
            <a:spLocks xmlns:a="http://schemas.openxmlformats.org/drawingml/2006/main" noGrp="1"/>
          </p:cNvSpPr>
          <p:nvPr/>
        </p:nvSpPr>
        <p:spPr>
          <a:xfrm xmlns:a="http://schemas.openxmlformats.org/drawingml/2006/main">
            <a:off x="8963025" y="2133600"/>
            <a:ext cx="0" cy="3333750"/>
          </a:xfrm>
          <a:prstGeom xmlns:a="http://schemas.openxmlformats.org/drawingml/2006/main" prst="line">
            <a:avLst/>
          </a:prstGeom>
          <a:noFill xmlns:a="http://schemas.openxmlformats.org/drawingml/2006/main"/>
          <a:ln xmlns:a="http://schemas.openxmlformats.org/drawingml/2006/main" w="9525">
            <a:solidFill>
              <a:srgbClr val="B8C4CC"/>
            </a:solidFill>
            <a:prstDash val="solid"/>
          </a:ln>
        </p:spPr>
      </p:sp>
      <p:sp>
        <p:nvSpPr>
          <p:cNvPr id="19" name="">
            <a:extLst xmlns:a="http://schemas.openxmlformats.org/drawingml/2006/main">
              <a:ext uri="{FF2B5EF4-FFF2-40B4-BE49-F238E27FC236}">
                <a16:creationId xmlns:a16="http://schemas.microsoft.com/office/drawing/2014/main" id="{9FD23DDC-D3A9-4257-9C3B-C8B3CFE557DF}"/>
              </a:ext>
            </a:extLst>
          </p:cNvPr>
          <p:cNvSpPr>
            <a:spLocks xmlns:a="http://schemas.openxmlformats.org/drawingml/2006/main" noGrp="1"/>
          </p:cNvSpPr>
          <p:nvPr/>
        </p:nvSpPr>
        <p:spPr>
          <a:xfrm xmlns:a="http://schemas.openxmlformats.org/drawingml/2006/main">
            <a:off x="9972675" y="2362200"/>
            <a:ext cx="781050" cy="781050"/>
          </a:xfrm>
          <a:prstGeom xmlns:a="http://schemas.openxmlformats.org/drawingml/2006/main" prst="ellipse">
            <a:avLst/>
          </a:prstGeom>
          <a:solidFill xmlns:a="http://schemas.openxmlformats.org/drawingml/2006/main">
            <a:srgbClr val="DDF3FF"/>
          </a:solidFill>
          <a:ln xmlns:a="http://schemas.openxmlformats.org/drawingml/2006/main" w="19050">
            <a:solidFill>
              <a:srgbClr val="0062BA"/>
            </a:solidFill>
            <a:prstDash val="solid"/>
          </a:ln>
        </p:spPr>
        <p:txBody>
          <a:bodyPr xmlns:a="http://schemas.openxmlformats.org/drawingml/2006/main" anchor="ctr"/>
          <a:lstStyle xmlns:a="http://schemas.openxmlformats.org/drawingml/2006/main"/>
          <a:p xmlns:a="http://schemas.openxmlformats.org/drawingml/2006/main">
            <a:pPr algn="ctr">
              <a:buNone/>
              <a:defRPr sz="2100" b="1">
                <a:solidFill>
                  <a:srgbClr val="022F51"/>
                </a:solidFill>
                <a:latin typeface="Arial"/>
                <a:ea typeface="Arial"/>
                <a:cs typeface="Arial"/>
              </a:defRPr>
            </a:pPr>
            <a:r>
              <a:rPr sz="2100" b="1">
                <a:solidFill>
                  <a:srgbClr val="022F51"/>
                </a:solidFill>
                <a:latin typeface="Arial"/>
                <a:ea typeface="Arial"/>
                <a:cs typeface="Arial"/>
              </a:rPr>
              <a:t>T</a:t>
            </a:r>
          </a:p>
        </p:txBody>
      </p:sp>
      <p:sp>
        <p:nvSpPr>
          <p:cNvPr id="20" name="">
            <a:extLst xmlns:a="http://schemas.openxmlformats.org/drawingml/2006/main">
              <a:ext uri="{FF2B5EF4-FFF2-40B4-BE49-F238E27FC236}">
                <a16:creationId xmlns:a16="http://schemas.microsoft.com/office/drawing/2014/main" id="{19ED24A1-5CDA-4344-A20A-D3D344B7E723}"/>
              </a:ext>
            </a:extLst>
          </p:cNvPr>
          <p:cNvSpPr>
            <a:spLocks xmlns:a="http://schemas.openxmlformats.org/drawingml/2006/main" noGrp="1"/>
          </p:cNvSpPr>
          <p:nvPr/>
        </p:nvSpPr>
        <p:spPr>
          <a:xfrm xmlns:a="http://schemas.openxmlformats.org/drawingml/2006/main">
            <a:off x="9553575" y="3238500"/>
            <a:ext cx="1619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r>
              <a:t/>
            </a:r>
          </a:p>
        </p:txBody>
      </p:sp>
      <p:sp>
        <p:nvSpPr>
          <p:cNvPr id="21" name="">
            <a:extLst xmlns:a="http://schemas.openxmlformats.org/drawingml/2006/main">
              <a:ext uri="{FF2B5EF4-FFF2-40B4-BE49-F238E27FC236}">
                <a16:creationId xmlns:a16="http://schemas.microsoft.com/office/drawing/2014/main" id="{B31A28CB-C0ED-4F6A-9D5A-C24EA0F0F6B9}"/>
              </a:ext>
            </a:extLst>
          </p:cNvPr>
          <p:cNvSpPr>
            <a:spLocks xmlns:a="http://schemas.openxmlformats.org/drawingml/2006/main" noGrp="1"/>
          </p:cNvSpPr>
          <p:nvPr/>
        </p:nvSpPr>
        <p:spPr>
          <a:xfrm xmlns:a="http://schemas.openxmlformats.org/drawingml/2006/main">
            <a:off x="9191625" y="3619500"/>
            <a:ext cx="23622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650" b="1">
                <a:solidFill>
                  <a:srgbClr val="1E2B3C"/>
                </a:solidFill>
                <a:latin typeface="Arial"/>
                <a:ea typeface="Arial"/>
                <a:cs typeface="Arial"/>
              </a:defRPr>
            </a:pPr>
            <a:r>
              <a:rPr sz="1650" b="1">
                <a:solidFill>
                  <a:srgbClr val="1E2B3C"/>
                </a:solidFill>
                <a:latin typeface="Arial"/>
                <a:ea typeface="Arial"/>
                <a:cs typeface="Arial"/>
              </a:rPr>
              <a:t>Team og servicedesk</a:t>
            </a:r>
          </a:p>
        </p:txBody>
      </p:sp>
      <p:sp>
        <p:nvSpPr>
          <p:cNvPr id="22" name="">
            <a:extLst xmlns:a="http://schemas.openxmlformats.org/drawingml/2006/main">
              <a:ext uri="{FF2B5EF4-FFF2-40B4-BE49-F238E27FC236}">
                <a16:creationId xmlns:a16="http://schemas.microsoft.com/office/drawing/2014/main" id="{0C4E033A-C365-41E1-88D5-6963DFD411DA}"/>
              </a:ext>
            </a:extLst>
          </p:cNvPr>
          <p:cNvSpPr>
            <a:spLocks xmlns:a="http://schemas.openxmlformats.org/drawingml/2006/main" noGrp="1"/>
          </p:cNvSpPr>
          <p:nvPr/>
        </p:nvSpPr>
        <p:spPr>
          <a:xfrm xmlns:a="http://schemas.openxmlformats.org/drawingml/2006/main">
            <a:off x="9191625" y="4438650"/>
            <a:ext cx="2362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425" b="0">
                <a:solidFill>
                  <a:srgbClr val="52616B"/>
                </a:solidFill>
                <a:latin typeface="Arial"/>
                <a:ea typeface="Arial"/>
                <a:cs typeface="Arial"/>
              </a:defRPr>
            </a:pPr>
            <a:r>
              <a:rPr sz="1425" b="0">
                <a:solidFill>
                  <a:srgbClr val="52616B"/>
                </a:solidFill>
                <a:latin typeface="Arial"/>
                <a:ea typeface="Arial"/>
                <a:cs typeface="Arial"/>
              </a:rPr>
              <a:t>Forklarer, støtter og finner hvor flyten stopper</a:t>
            </a:r>
          </a:p>
        </p:txBody>
      </p:sp>
      <p:sp>
        <p:nvSpPr>
          <p:cNvPr id="23" name="">
            <a:extLst xmlns:a="http://schemas.openxmlformats.org/drawingml/2006/main">
              <a:ext uri="{FF2B5EF4-FFF2-40B4-BE49-F238E27FC236}">
                <a16:creationId xmlns:a16="http://schemas.microsoft.com/office/drawing/2014/main" id="{D997A2E5-38E9-4D96-8A32-DE85819BAB03}"/>
              </a:ext>
            </a:extLst>
          </p:cNvPr>
          <p:cNvSpPr>
            <a:spLocks xmlns:a="http://schemas.openxmlformats.org/drawingml/2006/main" noGrp="1"/>
          </p:cNvSpPr>
          <p:nvPr/>
        </p:nvSpPr>
        <p:spPr>
          <a:xfrm xmlns:a="http://schemas.openxmlformats.org/drawingml/2006/main">
            <a:off x="3200400" y="5810250"/>
            <a:ext cx="5791200" cy="438150"/>
          </a:xfrm>
          <a:prstGeom xmlns:a="http://schemas.openxmlformats.org/drawingml/2006/main" prst="roundRect">
            <a:avLst>
              <a:gd name="adj" fmla="val 50000"/>
            </a:avLst>
          </a:prstGeom>
          <a:solidFill xmlns:a="http://schemas.openxmlformats.org/drawingml/2006/main">
            <a:srgbClr val="DDF3FF"/>
          </a:solidFill>
          <a:ln xmlns:a="http://schemas.openxmlformats.org/drawingml/2006/main" w="9525">
            <a:solidFill>
              <a:srgbClr val="0062BA"/>
            </a:solidFill>
            <a:prstDash val="solid"/>
          </a:ln>
        </p:spPr>
        <p:txBody>
          <a:bodyPr xmlns:a="http://schemas.openxmlformats.org/drawingml/2006/main" anchor="ctr"/>
          <a:lstStyle xmlns:a="http://schemas.openxmlformats.org/drawingml/2006/main"/>
          <a:p xmlns:a="http://schemas.openxmlformats.org/drawingml/2006/main">
            <a:pPr algn="ctr">
              <a:buNone/>
              <a:defRPr sz="1575" b="1">
                <a:solidFill>
                  <a:srgbClr val="022F51"/>
                </a:solidFill>
                <a:latin typeface="Arial"/>
                <a:ea typeface="Arial"/>
                <a:cs typeface="Arial"/>
              </a:defRPr>
            </a:pPr>
            <a:r>
              <a:rPr sz="1575" b="1">
                <a:solidFill>
                  <a:srgbClr val="022F51"/>
                </a:solidFill>
                <a:latin typeface="Arial"/>
                <a:ea typeface="Arial"/>
                <a:cs typeface="Arial"/>
              </a:rPr>
              <a:t>Felles språk gjør samarbeid og feilsøking enklere</a:t>
            </a:r>
          </a:p>
        </p:txBody>
      </p:sp>
      <p:sp>
        <p:nvSpPr>
          <p:cNvPr id="24" name="">
            <a:extLst xmlns:a="http://schemas.openxmlformats.org/drawingml/2006/main">
              <a:ext uri="{FF2B5EF4-FFF2-40B4-BE49-F238E27FC236}">
                <a16:creationId xmlns:a16="http://schemas.microsoft.com/office/drawing/2014/main" id="{1E8674D9-AA1A-4177-8794-2862F3837897}"/>
              </a:ext>
            </a:extLst>
          </p:cNvPr>
          <p:cNvSpPr>
            <a:spLocks xmlns:a="http://schemas.openxmlformats.org/drawingml/2006/main" noGrp="1"/>
          </p:cNvSpPr>
          <p:nvPr/>
        </p:nvSpPr>
        <p:spPr>
          <a:xfrm xmlns:a="http://schemas.openxmlformats.org/drawingml/2006/main">
            <a:off x="457200" y="6429375"/>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l">
              <a:buNone/>
              <a:defRPr sz="900" b="0">
                <a:solidFill>
                  <a:srgbClr val="52616B"/>
                </a:solidFill>
                <a:latin typeface="Arial"/>
                <a:ea typeface="Arial"/>
                <a:cs typeface="Arial"/>
              </a:defRPr>
            </a:pPr>
            <a:r>
              <a:rPr sz="900" b="0">
                <a:solidFill>
                  <a:srgbClr val="52616B"/>
                </a:solidFill>
                <a:latin typeface="Arial"/>
                <a:ea typeface="Arial"/>
                <a:cs typeface="Arial"/>
              </a:rPr>
              <a:t>Altinn Autorisasjon</a:t>
            </a:r>
          </a:p>
        </p:txBody>
      </p:sp>
      <p:sp>
        <p:nvSpPr>
          <p:cNvPr id="25" name="">
            <a:extLst xmlns:a="http://schemas.openxmlformats.org/drawingml/2006/main">
              <a:ext uri="{FF2B5EF4-FFF2-40B4-BE49-F238E27FC236}">
                <a16:creationId xmlns:a16="http://schemas.microsoft.com/office/drawing/2014/main" id="{7BFD4125-ACD8-4942-ABE6-52E76490832F}"/>
              </a:ext>
            </a:extLst>
          </p:cNvPr>
          <p:cNvSpPr>
            <a:spLocks xmlns:a="http://schemas.openxmlformats.org/drawingml/2006/main" noGrp="1"/>
          </p:cNvSpPr>
          <p:nvPr/>
        </p:nvSpPr>
        <p:spPr>
          <a:xfrm xmlns:a="http://schemas.openxmlformats.org/drawingml/2006/main">
            <a:off x="11191875" y="6400800"/>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r">
              <a:buNone/>
              <a:defRPr sz="900" b="0">
                <a:solidFill>
                  <a:srgbClr val="52616B"/>
                </a:solidFill>
                <a:latin typeface="Arial"/>
                <a:ea typeface="Arial"/>
                <a:cs typeface="Arial"/>
              </a:defRPr>
            </a:pPr>
            <a:r>
              <a:rPr sz="900" b="0">
                <a:solidFill>
                  <a:srgbClr val="52616B"/>
                </a:solidFill>
                <a:latin typeface="Arial"/>
                <a:ea typeface="Arial"/>
                <a:cs typeface="Arial"/>
              </a:rPr>
              <a:t>27</a:t>
            </a:r>
          </a:p>
        </p:txBody>
      </p:sp>
      <p:sp>
        <p:nvSpPr>
          <p:cNvPr id="27" name="">
            <a:extLst xmlns:a="http://schemas.openxmlformats.org/drawingml/2006/main">
              <a:ext uri="{FF2B5EF4-FFF2-40B4-BE49-F238E27FC236}">
                <a16:creationId xmlns:a16="http://schemas.microsoft.com/office/drawing/2014/main" id="{3003DB10-39AF-40CF-8C9C-C210EDB8B793}"/>
              </a:ext>
            </a:extLst>
          </p:cNvPr>
          <p:cNvSpPr>
            <a:spLocks xmlns:a="http://schemas.openxmlformats.org/drawingml/2006/main" noGrp="1"/>
          </p:cNvSpPr>
          <p:nvPr/>
        </p:nvSpPr>
        <p:spPr>
          <a:xfrm xmlns:a="http://schemas.openxmlformats.org/drawingml/2006/main">
            <a:off x="10915650" y="6248400"/>
            <a:ext cx="952500" cy="52387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8" name="">
            <a:extLst xmlns:a="http://schemas.openxmlformats.org/drawingml/2006/main">
              <a:ext uri="{FF2B5EF4-FFF2-40B4-BE49-F238E27FC236}">
                <a16:creationId xmlns:a16="http://schemas.microsoft.com/office/drawing/2014/main" id="{495B60A2-95C7-49B7-BCEF-29F60DDB8A1A}"/>
              </a:ext>
            </a:extLst>
          </p:cNvPr>
          <p:cNvSpPr>
            <a:spLocks xmlns:a="http://schemas.openxmlformats.org/drawingml/2006/main" noGrp="1"/>
          </p:cNvSpPr>
          <p:nvPr/>
        </p:nvSpPr>
        <p:spPr>
          <a:xfrm xmlns:a="http://schemas.openxmlformats.org/drawingml/2006/main">
            <a:off x="11191875" y="6400800"/>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r">
              <a:buNone/>
              <a:defRPr sz="900" b="0">
                <a:solidFill>
                  <a:srgbClr val="52616B"/>
                </a:solidFill>
                <a:latin typeface="Arial"/>
                <a:ea typeface="Arial"/>
                <a:cs typeface="Arial"/>
              </a:defRPr>
            </a:pPr>
            <a:r>
              <a:rPr sz="900" b="0">
                <a:solidFill>
                  <a:srgbClr val="52616B"/>
                </a:solidFill>
                <a:latin typeface="Arial"/>
                <a:ea typeface="Arial"/>
                <a:cs typeface="Arial"/>
              </a:rPr>
              <a:t>27</a:t>
            </a:r>
          </a:p>
        </p:txBody>
      </p:sp>
    </p:spTree>
    <p:extLst>
      <p:ext uri="{BB962C8B-B14F-4D97-AF65-F5344CB8AC3E}">
        <p14:creationId xmlns:p14="http://schemas.microsoft.com/office/powerpoint/2010/main" val="72250372"/>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section-15">
            <a:extLst xmlns:a="http://schemas.openxmlformats.org/drawingml/2006/main">
              <a:ext uri="{FF2B5EF4-FFF2-40B4-BE49-F238E27FC236}">
                <a16:creationId xmlns:a16="http://schemas.microsoft.com/office/drawing/2014/main" id="{D12EF6C9-093A-4F88-8BE7-0AC7D9094A7D}"/>
              </a:ext>
            </a:extLst>
          </p:cNvPr>
          <p:cNvSpPr>
            <a:spLocks xmlns:a="http://schemas.openxmlformats.org/drawingml/2006/main" noGrp="1"/>
          </p:cNvSpPr>
          <p:nvPr/>
        </p:nvSpPr>
        <p:spPr>
          <a:xfrm xmlns:a="http://schemas.openxmlformats.org/drawingml/2006/main">
            <a:off x="457200" y="3238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0062BA"/>
                </a:solidFill>
                <a:latin typeface="Arial"/>
                <a:ea typeface="Arial"/>
                <a:cs typeface="Arial"/>
              </a:defRPr>
            </a:pPr>
            <a:r>
              <a:rPr sz="1050" b="1">
                <a:solidFill>
                  <a:srgbClr val="0062BA"/>
                </a:solidFill>
                <a:latin typeface="Arial"/>
                <a:ea typeface="Arial"/>
                <a:cs typeface="Arial"/>
              </a:rPr>
              <a:t>FELLES FORSTÅELSE</a:t>
            </a:r>
          </a:p>
        </p:txBody>
      </p:sp>
      <p:sp>
        <p:nvSpPr>
          <p:cNvPr id="2" name="title-15">
            <a:extLst xmlns:a="http://schemas.openxmlformats.org/drawingml/2006/main">
              <a:ext uri="{FF2B5EF4-FFF2-40B4-BE49-F238E27FC236}">
                <a16:creationId xmlns:a16="http://schemas.microsoft.com/office/drawing/2014/main" id="{151B2560-21E2-47E9-B99D-D1799BEFE8A2}"/>
              </a:ext>
            </a:extLst>
          </p:cNvPr>
          <p:cNvSpPr>
            <a:spLocks xmlns:a="http://schemas.openxmlformats.org/drawingml/2006/main" noGrp="1"/>
          </p:cNvSpPr>
          <p:nvPr/>
        </p:nvSpPr>
        <p:spPr>
          <a:xfrm xmlns:a="http://schemas.openxmlformats.org/drawingml/2006/main">
            <a:off x="457200" y="647700"/>
            <a:ext cx="11049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150" b="1">
                <a:solidFill>
                  <a:srgbClr val="1E2B3C"/>
                </a:solidFill>
                <a:latin typeface="Arial"/>
                <a:ea typeface="Arial"/>
                <a:cs typeface="Arial"/>
              </a:defRPr>
            </a:pPr>
            <a:r>
              <a:rPr sz="3150" b="1">
                <a:solidFill>
                  <a:srgbClr val="1E2B3C"/>
                </a:solidFill>
                <a:latin typeface="Arial"/>
                <a:ea typeface="Arial"/>
                <a:cs typeface="Arial"/>
              </a:rPr>
              <a:t>Autorisasjon er et delt ansvar</a:t>
            </a:r>
          </a:p>
        </p:txBody>
      </p:sp>
      <p:sp>
        <p:nvSpPr>
          <p:cNvPr id="3" name="">
            <a:extLst xmlns:a="http://schemas.openxmlformats.org/drawingml/2006/main">
              <a:ext uri="{FF2B5EF4-FFF2-40B4-BE49-F238E27FC236}">
                <a16:creationId xmlns:a16="http://schemas.microsoft.com/office/drawing/2014/main" id="{326E7073-E149-4DEF-8540-F1FF86972DEB}"/>
              </a:ext>
            </a:extLst>
          </p:cNvPr>
          <p:cNvSpPr>
            <a:spLocks xmlns:a="http://schemas.openxmlformats.org/drawingml/2006/main" noGrp="1"/>
          </p:cNvSpPr>
          <p:nvPr/>
        </p:nvSpPr>
        <p:spPr>
          <a:xfrm xmlns:a="http://schemas.openxmlformats.org/drawingml/2006/main">
            <a:off x="457200" y="2076450"/>
            <a:ext cx="3524250" cy="3429000"/>
          </a:xfrm>
          <a:prstGeom xmlns:a="http://schemas.openxmlformats.org/drawingml/2006/main" prst="roundRect">
            <a:avLst>
              <a:gd name="adj" fmla="val 4444"/>
            </a:avLst>
          </a:prstGeom>
          <a:solidFill xmlns:a="http://schemas.openxmlformats.org/drawingml/2006/main">
            <a:srgbClr val="0062BA"/>
          </a:solidFill>
          <a:ln xmlns:a="http://schemas.openxmlformats.org/drawingml/2006/main" w="0">
            <a:solidFill>
              <a:srgbClr val="0062BA"/>
            </a:solidFill>
            <a:prstDash val="solid"/>
          </a:ln>
        </p:spPr>
      </p:sp>
      <p:sp>
        <p:nvSpPr>
          <p:cNvPr id="4" name="">
            <a:extLst xmlns:a="http://schemas.openxmlformats.org/drawingml/2006/main">
              <a:ext uri="{FF2B5EF4-FFF2-40B4-BE49-F238E27FC236}">
                <a16:creationId xmlns:a16="http://schemas.microsoft.com/office/drawing/2014/main" id="{2093B874-86E5-4CDF-891E-523EB089CB0B}"/>
              </a:ext>
            </a:extLst>
          </p:cNvPr>
          <p:cNvSpPr>
            <a:spLocks xmlns:a="http://schemas.openxmlformats.org/drawingml/2006/main" noGrp="1"/>
          </p:cNvSpPr>
          <p:nvPr/>
        </p:nvSpPr>
        <p:spPr>
          <a:xfrm xmlns:a="http://schemas.openxmlformats.org/drawingml/2006/main">
            <a:off x="723900" y="2419350"/>
            <a:ext cx="29908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650" b="1">
                <a:solidFill>
                  <a:srgbClr val="FFFFFF"/>
                </a:solidFill>
                <a:latin typeface="Arial"/>
                <a:ea typeface="Arial"/>
                <a:cs typeface="Arial"/>
              </a:defRPr>
            </a:pPr>
            <a:r>
              <a:rPr sz="1650" b="1">
                <a:solidFill>
                  <a:srgbClr val="FFFFFF"/>
                </a:solidFill>
                <a:latin typeface="Arial"/>
                <a:ea typeface="Arial"/>
                <a:cs typeface="Arial"/>
              </a:rPr>
              <a:t>ALTINN AUTORISASJON</a:t>
            </a:r>
          </a:p>
        </p:txBody>
      </p:sp>
      <p:sp>
        <p:nvSpPr>
          <p:cNvPr id="5" name="">
            <a:extLst xmlns:a="http://schemas.openxmlformats.org/drawingml/2006/main">
              <a:ext uri="{FF2B5EF4-FFF2-40B4-BE49-F238E27FC236}">
                <a16:creationId xmlns:a16="http://schemas.microsoft.com/office/drawing/2014/main" id="{191991B8-EADA-4A63-91C2-FE8EFD8BBFCA}"/>
              </a:ext>
            </a:extLst>
          </p:cNvPr>
          <p:cNvSpPr>
            <a:spLocks xmlns:a="http://schemas.openxmlformats.org/drawingml/2006/main" noGrp="1"/>
          </p:cNvSpPr>
          <p:nvPr/>
        </p:nvSpPr>
        <p:spPr>
          <a:xfrm xmlns:a="http://schemas.openxmlformats.org/drawingml/2006/main">
            <a:off x="819150" y="3276600"/>
            <a:ext cx="2800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00" b="0">
                <a:solidFill>
                  <a:srgbClr val="FFFFFF"/>
                </a:solidFill>
                <a:latin typeface="Arial"/>
                <a:ea typeface="Arial"/>
                <a:cs typeface="Arial"/>
              </a:defRPr>
            </a:pPr>
            <a:r>
              <a:rPr sz="1500" b="0">
                <a:solidFill>
                  <a:srgbClr val="FFFFFF"/>
                </a:solidFill>
                <a:latin typeface="Arial"/>
                <a:ea typeface="Arial"/>
                <a:cs typeface="Arial"/>
              </a:rPr>
              <a:t>felles modell og komponenter</a:t>
            </a:r>
          </a:p>
        </p:txBody>
      </p:sp>
      <p:sp>
        <p:nvSpPr>
          <p:cNvPr id="6" name="">
            <a:extLst xmlns:a="http://schemas.openxmlformats.org/drawingml/2006/main">
              <a:ext uri="{FF2B5EF4-FFF2-40B4-BE49-F238E27FC236}">
                <a16:creationId xmlns:a16="http://schemas.microsoft.com/office/drawing/2014/main" id="{6E545E3C-CAAC-43E7-95CB-5F59CDBB85BA}"/>
              </a:ext>
            </a:extLst>
          </p:cNvPr>
          <p:cNvSpPr>
            <a:spLocks xmlns:a="http://schemas.openxmlformats.org/drawingml/2006/main" noGrp="1"/>
          </p:cNvSpPr>
          <p:nvPr/>
        </p:nvSpPr>
        <p:spPr>
          <a:xfrm xmlns:a="http://schemas.openxmlformats.org/drawingml/2006/main">
            <a:off x="1333500" y="3762375"/>
            <a:ext cx="1771650" cy="0"/>
          </a:xfrm>
          <a:prstGeom xmlns:a="http://schemas.openxmlformats.org/drawingml/2006/main" prst="line">
            <a:avLst/>
          </a:prstGeom>
          <a:noFill xmlns:a="http://schemas.openxmlformats.org/drawingml/2006/main"/>
          <a:ln xmlns:a="http://schemas.openxmlformats.org/drawingml/2006/main" w="9525">
            <a:solidFill>
              <a:srgbClr val="6FA9D6"/>
            </a:solidFill>
            <a:prstDash val="solid"/>
          </a:ln>
        </p:spPr>
      </p:sp>
      <p:sp>
        <p:nvSpPr>
          <p:cNvPr id="7" name="">
            <a:extLst xmlns:a="http://schemas.openxmlformats.org/drawingml/2006/main">
              <a:ext uri="{FF2B5EF4-FFF2-40B4-BE49-F238E27FC236}">
                <a16:creationId xmlns:a16="http://schemas.microsoft.com/office/drawing/2014/main" id="{CE4E3C18-59D1-4DA2-8187-90CAFD174358}"/>
              </a:ext>
            </a:extLst>
          </p:cNvPr>
          <p:cNvSpPr>
            <a:spLocks xmlns:a="http://schemas.openxmlformats.org/drawingml/2006/main" noGrp="1"/>
          </p:cNvSpPr>
          <p:nvPr/>
        </p:nvSpPr>
        <p:spPr>
          <a:xfrm xmlns:a="http://schemas.openxmlformats.org/drawingml/2006/main">
            <a:off x="819150" y="3943350"/>
            <a:ext cx="2800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00" b="0">
                <a:solidFill>
                  <a:srgbClr val="FFFFFF"/>
                </a:solidFill>
                <a:latin typeface="Arial"/>
                <a:ea typeface="Arial"/>
                <a:cs typeface="Arial"/>
              </a:defRPr>
            </a:pPr>
            <a:r>
              <a:rPr sz="1500" b="0">
                <a:solidFill>
                  <a:srgbClr val="FFFFFF"/>
                </a:solidFill>
                <a:latin typeface="Arial"/>
                <a:ea typeface="Arial"/>
                <a:cs typeface="Arial"/>
              </a:rPr>
              <a:t>fullmakter og relasjoner</a:t>
            </a:r>
          </a:p>
        </p:txBody>
      </p:sp>
      <p:sp>
        <p:nvSpPr>
          <p:cNvPr id="8" name="">
            <a:extLst xmlns:a="http://schemas.openxmlformats.org/drawingml/2006/main">
              <a:ext uri="{FF2B5EF4-FFF2-40B4-BE49-F238E27FC236}">
                <a16:creationId xmlns:a16="http://schemas.microsoft.com/office/drawing/2014/main" id="{3B57B731-8DF3-4723-BC0F-B8CA1A682E0B}"/>
              </a:ext>
            </a:extLst>
          </p:cNvPr>
          <p:cNvSpPr>
            <a:spLocks xmlns:a="http://schemas.openxmlformats.org/drawingml/2006/main" noGrp="1"/>
          </p:cNvSpPr>
          <p:nvPr/>
        </p:nvSpPr>
        <p:spPr>
          <a:xfrm xmlns:a="http://schemas.openxmlformats.org/drawingml/2006/main">
            <a:off x="1333500" y="4429125"/>
            <a:ext cx="1771650" cy="0"/>
          </a:xfrm>
          <a:prstGeom xmlns:a="http://schemas.openxmlformats.org/drawingml/2006/main" prst="line">
            <a:avLst/>
          </a:prstGeom>
          <a:noFill xmlns:a="http://schemas.openxmlformats.org/drawingml/2006/main"/>
          <a:ln xmlns:a="http://schemas.openxmlformats.org/drawingml/2006/main" w="9525">
            <a:solidFill>
              <a:srgbClr val="6FA9D6"/>
            </a:solidFill>
            <a:prstDash val="solid"/>
          </a:ln>
        </p:spPr>
      </p:sp>
      <p:sp>
        <p:nvSpPr>
          <p:cNvPr id="9" name="">
            <a:extLst xmlns:a="http://schemas.openxmlformats.org/drawingml/2006/main">
              <a:ext uri="{FF2B5EF4-FFF2-40B4-BE49-F238E27FC236}">
                <a16:creationId xmlns:a16="http://schemas.microsoft.com/office/drawing/2014/main" id="{20647D5F-911C-4D11-BA86-F9A1380C77D7}"/>
              </a:ext>
            </a:extLst>
          </p:cNvPr>
          <p:cNvSpPr>
            <a:spLocks xmlns:a="http://schemas.openxmlformats.org/drawingml/2006/main" noGrp="1"/>
          </p:cNvSpPr>
          <p:nvPr/>
        </p:nvSpPr>
        <p:spPr>
          <a:xfrm xmlns:a="http://schemas.openxmlformats.org/drawingml/2006/main">
            <a:off x="819150" y="4610100"/>
            <a:ext cx="2800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00" b="0">
                <a:solidFill>
                  <a:srgbClr val="FFFFFF"/>
                </a:solidFill>
                <a:latin typeface="Arial"/>
                <a:ea typeface="Arial"/>
                <a:cs typeface="Arial"/>
              </a:defRPr>
            </a:pPr>
            <a:r>
              <a:rPr sz="1500" b="0">
                <a:solidFill>
                  <a:srgbClr val="FFFFFF"/>
                </a:solidFill>
                <a:latin typeface="Arial"/>
                <a:ea typeface="Arial"/>
                <a:cs typeface="Arial"/>
              </a:rPr>
              <a:t>autorisasjonsbeslutning</a:t>
            </a:r>
          </a:p>
        </p:txBody>
      </p:sp>
      <p:sp>
        <p:nvSpPr>
          <p:cNvPr id="10" name="">
            <a:extLst xmlns:a="http://schemas.openxmlformats.org/drawingml/2006/main">
              <a:ext uri="{FF2B5EF4-FFF2-40B4-BE49-F238E27FC236}">
                <a16:creationId xmlns:a16="http://schemas.microsoft.com/office/drawing/2014/main" id="{5B8A8906-DCC0-497B-8EA9-141BB5C2E7F4}"/>
              </a:ext>
            </a:extLst>
          </p:cNvPr>
          <p:cNvSpPr>
            <a:spLocks xmlns:a="http://schemas.openxmlformats.org/drawingml/2006/main" noGrp="1"/>
          </p:cNvSpPr>
          <p:nvPr/>
        </p:nvSpPr>
        <p:spPr>
          <a:xfrm xmlns:a="http://schemas.openxmlformats.org/drawingml/2006/main">
            <a:off x="4286250" y="2076450"/>
            <a:ext cx="3524250" cy="3429000"/>
          </a:xfrm>
          <a:prstGeom xmlns:a="http://schemas.openxmlformats.org/drawingml/2006/main" prst="roundRect">
            <a:avLst>
              <a:gd name="adj" fmla="val 4444"/>
            </a:avLst>
          </a:prstGeom>
          <a:solidFill xmlns:a="http://schemas.openxmlformats.org/drawingml/2006/main">
            <a:srgbClr val="EEF8FD"/>
          </a:solidFill>
          <a:ln xmlns:a="http://schemas.openxmlformats.org/drawingml/2006/main" w="9525">
            <a:solidFill>
              <a:srgbClr val="B8C4CC"/>
            </a:solidFill>
            <a:prstDash val="solid"/>
          </a:ln>
        </p:spPr>
      </p:sp>
      <p:sp>
        <p:nvSpPr>
          <p:cNvPr id="11" name="">
            <a:extLst xmlns:a="http://schemas.openxmlformats.org/drawingml/2006/main">
              <a:ext uri="{FF2B5EF4-FFF2-40B4-BE49-F238E27FC236}">
                <a16:creationId xmlns:a16="http://schemas.microsoft.com/office/drawing/2014/main" id="{97135CD0-4AC7-4F3E-A4C2-84A8680C0C1E}"/>
              </a:ext>
            </a:extLst>
          </p:cNvPr>
          <p:cNvSpPr>
            <a:spLocks xmlns:a="http://schemas.openxmlformats.org/drawingml/2006/main" noGrp="1"/>
          </p:cNvSpPr>
          <p:nvPr/>
        </p:nvSpPr>
        <p:spPr>
          <a:xfrm xmlns:a="http://schemas.openxmlformats.org/drawingml/2006/main">
            <a:off x="4552950" y="2419350"/>
            <a:ext cx="29908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650" b="1">
                <a:solidFill>
                  <a:srgbClr val="022F51"/>
                </a:solidFill>
                <a:latin typeface="Arial"/>
                <a:ea typeface="Arial"/>
                <a:cs typeface="Arial"/>
              </a:defRPr>
            </a:pPr>
            <a:r>
              <a:rPr sz="1650" b="1">
                <a:solidFill>
                  <a:srgbClr val="022F51"/>
                </a:solidFill>
                <a:latin typeface="Arial"/>
                <a:ea typeface="Arial"/>
                <a:cs typeface="Arial"/>
              </a:rPr>
              <a:t>TJENESTEEIEREN</a:t>
            </a:r>
          </a:p>
        </p:txBody>
      </p:sp>
      <p:sp>
        <p:nvSpPr>
          <p:cNvPr id="12" name="">
            <a:extLst xmlns:a="http://schemas.openxmlformats.org/drawingml/2006/main">
              <a:ext uri="{FF2B5EF4-FFF2-40B4-BE49-F238E27FC236}">
                <a16:creationId xmlns:a16="http://schemas.microsoft.com/office/drawing/2014/main" id="{4781394D-5ADE-4B7E-AE3B-9BB24672BAB5}"/>
              </a:ext>
            </a:extLst>
          </p:cNvPr>
          <p:cNvSpPr>
            <a:spLocks xmlns:a="http://schemas.openxmlformats.org/drawingml/2006/main" noGrp="1"/>
          </p:cNvSpPr>
          <p:nvPr/>
        </p:nvSpPr>
        <p:spPr>
          <a:xfrm xmlns:a="http://schemas.openxmlformats.org/drawingml/2006/main">
            <a:off x="4648200" y="3276600"/>
            <a:ext cx="2800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00" b="0">
                <a:solidFill>
                  <a:srgbClr val="022F51"/>
                </a:solidFill>
                <a:latin typeface="Arial"/>
                <a:ea typeface="Arial"/>
                <a:cs typeface="Arial"/>
              </a:defRPr>
            </a:pPr>
            <a:r>
              <a:rPr sz="1500" b="0">
                <a:solidFill>
                  <a:srgbClr val="022F51"/>
                </a:solidFill>
                <a:latin typeface="Arial"/>
                <a:ea typeface="Arial"/>
                <a:cs typeface="Arial"/>
              </a:rPr>
              <a:t>beskriver ressursen</a:t>
            </a:r>
          </a:p>
        </p:txBody>
      </p:sp>
      <p:sp>
        <p:nvSpPr>
          <p:cNvPr id="13" name="">
            <a:extLst xmlns:a="http://schemas.openxmlformats.org/drawingml/2006/main">
              <a:ext uri="{FF2B5EF4-FFF2-40B4-BE49-F238E27FC236}">
                <a16:creationId xmlns:a16="http://schemas.microsoft.com/office/drawing/2014/main" id="{8ED2101C-DE6E-4310-890A-7AD2479962AE}"/>
              </a:ext>
            </a:extLst>
          </p:cNvPr>
          <p:cNvSpPr>
            <a:spLocks xmlns:a="http://schemas.openxmlformats.org/drawingml/2006/main" noGrp="1"/>
          </p:cNvSpPr>
          <p:nvPr/>
        </p:nvSpPr>
        <p:spPr>
          <a:xfrm xmlns:a="http://schemas.openxmlformats.org/drawingml/2006/main">
            <a:off x="5162550" y="3762375"/>
            <a:ext cx="1771650" cy="0"/>
          </a:xfrm>
          <a:prstGeom xmlns:a="http://schemas.openxmlformats.org/drawingml/2006/main" prst="line">
            <a:avLst/>
          </a:prstGeom>
          <a:noFill xmlns:a="http://schemas.openxmlformats.org/drawingml/2006/main"/>
          <a:ln xmlns:a="http://schemas.openxmlformats.org/drawingml/2006/main" w="9525">
            <a:solidFill>
              <a:srgbClr val="B8C4CC"/>
            </a:solidFill>
            <a:prstDash val="solid"/>
          </a:ln>
        </p:spPr>
      </p:sp>
      <p:sp>
        <p:nvSpPr>
          <p:cNvPr id="14" name="">
            <a:extLst xmlns:a="http://schemas.openxmlformats.org/drawingml/2006/main">
              <a:ext uri="{FF2B5EF4-FFF2-40B4-BE49-F238E27FC236}">
                <a16:creationId xmlns:a16="http://schemas.microsoft.com/office/drawing/2014/main" id="{7D798BAF-ADD8-4416-9315-C190FFB916C0}"/>
              </a:ext>
            </a:extLst>
          </p:cNvPr>
          <p:cNvSpPr>
            <a:spLocks xmlns:a="http://schemas.openxmlformats.org/drawingml/2006/main" noGrp="1"/>
          </p:cNvSpPr>
          <p:nvPr/>
        </p:nvSpPr>
        <p:spPr>
          <a:xfrm xmlns:a="http://schemas.openxmlformats.org/drawingml/2006/main">
            <a:off x="4648200" y="3943350"/>
            <a:ext cx="2800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00" b="0">
                <a:solidFill>
                  <a:srgbClr val="022F51"/>
                </a:solidFill>
                <a:latin typeface="Arial"/>
                <a:ea typeface="Arial"/>
                <a:cs typeface="Arial"/>
              </a:defRPr>
            </a:pPr>
            <a:r>
              <a:rPr sz="1500" b="0">
                <a:solidFill>
                  <a:srgbClr val="022F51"/>
                </a:solidFill>
                <a:latin typeface="Arial"/>
                <a:ea typeface="Arial"/>
                <a:cs typeface="Arial"/>
              </a:rPr>
              <a:t>definerer reglene</a:t>
            </a:r>
          </a:p>
        </p:txBody>
      </p:sp>
      <p:sp>
        <p:nvSpPr>
          <p:cNvPr id="15" name="">
            <a:extLst xmlns:a="http://schemas.openxmlformats.org/drawingml/2006/main">
              <a:ext uri="{FF2B5EF4-FFF2-40B4-BE49-F238E27FC236}">
                <a16:creationId xmlns:a16="http://schemas.microsoft.com/office/drawing/2014/main" id="{11F9CAD1-BB26-4633-A17B-0CE90B4FC82E}"/>
              </a:ext>
            </a:extLst>
          </p:cNvPr>
          <p:cNvSpPr>
            <a:spLocks xmlns:a="http://schemas.openxmlformats.org/drawingml/2006/main" noGrp="1"/>
          </p:cNvSpPr>
          <p:nvPr/>
        </p:nvSpPr>
        <p:spPr>
          <a:xfrm xmlns:a="http://schemas.openxmlformats.org/drawingml/2006/main">
            <a:off x="5162550" y="4429125"/>
            <a:ext cx="1771650" cy="0"/>
          </a:xfrm>
          <a:prstGeom xmlns:a="http://schemas.openxmlformats.org/drawingml/2006/main" prst="line">
            <a:avLst/>
          </a:prstGeom>
          <a:noFill xmlns:a="http://schemas.openxmlformats.org/drawingml/2006/main"/>
          <a:ln xmlns:a="http://schemas.openxmlformats.org/drawingml/2006/main" w="9525">
            <a:solidFill>
              <a:srgbClr val="B8C4CC"/>
            </a:solidFill>
            <a:prstDash val="solid"/>
          </a:ln>
        </p:spPr>
      </p:sp>
      <p:sp>
        <p:nvSpPr>
          <p:cNvPr id="16" name="">
            <a:extLst xmlns:a="http://schemas.openxmlformats.org/drawingml/2006/main">
              <a:ext uri="{FF2B5EF4-FFF2-40B4-BE49-F238E27FC236}">
                <a16:creationId xmlns:a16="http://schemas.microsoft.com/office/drawing/2014/main" id="{3ADBC4EF-A716-4D57-8EEF-00F822BF9377}"/>
              </a:ext>
            </a:extLst>
          </p:cNvPr>
          <p:cNvSpPr>
            <a:spLocks xmlns:a="http://schemas.openxmlformats.org/drawingml/2006/main" noGrp="1"/>
          </p:cNvSpPr>
          <p:nvPr/>
        </p:nvSpPr>
        <p:spPr>
          <a:xfrm xmlns:a="http://schemas.openxmlformats.org/drawingml/2006/main">
            <a:off x="4648200" y="4610100"/>
            <a:ext cx="2800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00" b="0">
                <a:solidFill>
                  <a:srgbClr val="022F51"/>
                </a:solidFill>
                <a:latin typeface="Arial"/>
                <a:ea typeface="Arial"/>
                <a:cs typeface="Arial"/>
              </a:defRPr>
            </a:pPr>
            <a:r>
              <a:rPr sz="1500" b="0">
                <a:solidFill>
                  <a:srgbClr val="022F51"/>
                </a:solidFill>
                <a:latin typeface="Arial"/>
                <a:ea typeface="Arial"/>
                <a:cs typeface="Arial"/>
              </a:rPr>
              <a:t>håndhever beslutningen</a:t>
            </a:r>
          </a:p>
        </p:txBody>
      </p:sp>
      <p:sp>
        <p:nvSpPr>
          <p:cNvPr id="17" name="">
            <a:extLst xmlns:a="http://schemas.openxmlformats.org/drawingml/2006/main">
              <a:ext uri="{FF2B5EF4-FFF2-40B4-BE49-F238E27FC236}">
                <a16:creationId xmlns:a16="http://schemas.microsoft.com/office/drawing/2014/main" id="{18E8B115-E4E6-45D5-BCA1-F28191231403}"/>
              </a:ext>
            </a:extLst>
          </p:cNvPr>
          <p:cNvSpPr>
            <a:spLocks xmlns:a="http://schemas.openxmlformats.org/drawingml/2006/main" noGrp="1"/>
          </p:cNvSpPr>
          <p:nvPr/>
        </p:nvSpPr>
        <p:spPr>
          <a:xfrm xmlns:a="http://schemas.openxmlformats.org/drawingml/2006/main">
            <a:off x="8115300" y="2076450"/>
            <a:ext cx="3524250" cy="3429000"/>
          </a:xfrm>
          <a:prstGeom xmlns:a="http://schemas.openxmlformats.org/drawingml/2006/main" prst="roundRect">
            <a:avLst>
              <a:gd name="adj" fmla="val 4444"/>
            </a:avLst>
          </a:prstGeom>
          <a:solidFill xmlns:a="http://schemas.openxmlformats.org/drawingml/2006/main">
            <a:srgbClr val="F1F4F6"/>
          </a:solidFill>
          <a:ln xmlns:a="http://schemas.openxmlformats.org/drawingml/2006/main" w="9525">
            <a:solidFill>
              <a:srgbClr val="B8C4CC"/>
            </a:solidFill>
            <a:prstDash val="solid"/>
          </a:ln>
        </p:spPr>
      </p:sp>
      <p:sp>
        <p:nvSpPr>
          <p:cNvPr id="18" name="">
            <a:extLst xmlns:a="http://schemas.openxmlformats.org/drawingml/2006/main">
              <a:ext uri="{FF2B5EF4-FFF2-40B4-BE49-F238E27FC236}">
                <a16:creationId xmlns:a16="http://schemas.microsoft.com/office/drawing/2014/main" id="{2CD6186B-0A04-485D-8A54-4C8458E972EC}"/>
              </a:ext>
            </a:extLst>
          </p:cNvPr>
          <p:cNvSpPr>
            <a:spLocks xmlns:a="http://schemas.openxmlformats.org/drawingml/2006/main" noGrp="1"/>
          </p:cNvSpPr>
          <p:nvPr/>
        </p:nvSpPr>
        <p:spPr>
          <a:xfrm xmlns:a="http://schemas.openxmlformats.org/drawingml/2006/main">
            <a:off x="8382000" y="2419350"/>
            <a:ext cx="29908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650" b="1">
                <a:solidFill>
                  <a:srgbClr val="1E2B3C"/>
                </a:solidFill>
                <a:latin typeface="Arial"/>
                <a:ea typeface="Arial"/>
                <a:cs typeface="Arial"/>
              </a:defRPr>
            </a:pPr>
            <a:r>
              <a:rPr sz="1650" b="1">
                <a:solidFill>
                  <a:srgbClr val="1E2B3C"/>
                </a:solidFill>
                <a:latin typeface="Arial"/>
                <a:ea typeface="Arial"/>
                <a:cs typeface="Arial"/>
              </a:rPr>
              <a:t>REGISTER- OG DATAEIER</a:t>
            </a:r>
          </a:p>
        </p:txBody>
      </p:sp>
      <p:sp>
        <p:nvSpPr>
          <p:cNvPr id="19" name="">
            <a:extLst xmlns:a="http://schemas.openxmlformats.org/drawingml/2006/main">
              <a:ext uri="{FF2B5EF4-FFF2-40B4-BE49-F238E27FC236}">
                <a16:creationId xmlns:a16="http://schemas.microsoft.com/office/drawing/2014/main" id="{DF82B7D9-6E9C-4B8C-A06F-3E3CE0F37EF2}"/>
              </a:ext>
            </a:extLst>
          </p:cNvPr>
          <p:cNvSpPr>
            <a:spLocks xmlns:a="http://schemas.openxmlformats.org/drawingml/2006/main" noGrp="1"/>
          </p:cNvSpPr>
          <p:nvPr/>
        </p:nvSpPr>
        <p:spPr>
          <a:xfrm xmlns:a="http://schemas.openxmlformats.org/drawingml/2006/main">
            <a:off x="8477250" y="3276600"/>
            <a:ext cx="2800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00" b="0">
                <a:solidFill>
                  <a:srgbClr val="1E2B3C"/>
                </a:solidFill>
                <a:latin typeface="Arial"/>
                <a:ea typeface="Arial"/>
                <a:cs typeface="Arial"/>
              </a:defRPr>
            </a:pPr>
            <a:r>
              <a:rPr sz="1500" b="0">
                <a:solidFill>
                  <a:srgbClr val="1E2B3C"/>
                </a:solidFill>
                <a:latin typeface="Arial"/>
                <a:ea typeface="Arial"/>
                <a:cs typeface="Arial"/>
              </a:rPr>
              <a:t>eier autoritative opplysninger</a:t>
            </a:r>
          </a:p>
        </p:txBody>
      </p:sp>
      <p:sp>
        <p:nvSpPr>
          <p:cNvPr id="20" name="">
            <a:extLst xmlns:a="http://schemas.openxmlformats.org/drawingml/2006/main">
              <a:ext uri="{FF2B5EF4-FFF2-40B4-BE49-F238E27FC236}">
                <a16:creationId xmlns:a16="http://schemas.microsoft.com/office/drawing/2014/main" id="{CB8F4219-5778-4361-91FE-E6C8C0F6B8EC}"/>
              </a:ext>
            </a:extLst>
          </p:cNvPr>
          <p:cNvSpPr>
            <a:spLocks xmlns:a="http://schemas.openxmlformats.org/drawingml/2006/main" noGrp="1"/>
          </p:cNvSpPr>
          <p:nvPr/>
        </p:nvSpPr>
        <p:spPr>
          <a:xfrm xmlns:a="http://schemas.openxmlformats.org/drawingml/2006/main">
            <a:off x="8991600" y="3762375"/>
            <a:ext cx="1771650" cy="0"/>
          </a:xfrm>
          <a:prstGeom xmlns:a="http://schemas.openxmlformats.org/drawingml/2006/main" prst="line">
            <a:avLst/>
          </a:prstGeom>
          <a:noFill xmlns:a="http://schemas.openxmlformats.org/drawingml/2006/main"/>
          <a:ln xmlns:a="http://schemas.openxmlformats.org/drawingml/2006/main" w="9525">
            <a:solidFill>
              <a:srgbClr val="B8C4CC"/>
            </a:solidFill>
            <a:prstDash val="solid"/>
          </a:ln>
        </p:spPr>
      </p:sp>
      <p:sp>
        <p:nvSpPr>
          <p:cNvPr id="21" name="">
            <a:extLst xmlns:a="http://schemas.openxmlformats.org/drawingml/2006/main">
              <a:ext uri="{FF2B5EF4-FFF2-40B4-BE49-F238E27FC236}">
                <a16:creationId xmlns:a16="http://schemas.microsoft.com/office/drawing/2014/main" id="{FD6766D3-1553-4487-86E6-92EF87EBECDB}"/>
              </a:ext>
            </a:extLst>
          </p:cNvPr>
          <p:cNvSpPr>
            <a:spLocks xmlns:a="http://schemas.openxmlformats.org/drawingml/2006/main" noGrp="1"/>
          </p:cNvSpPr>
          <p:nvPr/>
        </p:nvSpPr>
        <p:spPr>
          <a:xfrm xmlns:a="http://schemas.openxmlformats.org/drawingml/2006/main">
            <a:off x="8477250" y="3943350"/>
            <a:ext cx="2800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00" b="0">
                <a:solidFill>
                  <a:srgbClr val="1E2B3C"/>
                </a:solidFill>
                <a:latin typeface="Arial"/>
                <a:ea typeface="Arial"/>
                <a:cs typeface="Arial"/>
              </a:defRPr>
            </a:pPr>
            <a:r>
              <a:rPr sz="1500" b="0">
                <a:solidFill>
                  <a:srgbClr val="1E2B3C"/>
                </a:solidFill>
                <a:latin typeface="Arial"/>
                <a:ea typeface="Arial"/>
                <a:cs typeface="Arial"/>
              </a:rPr>
              <a:t>holder relasjoner oppdatert</a:t>
            </a:r>
          </a:p>
        </p:txBody>
      </p:sp>
      <p:sp>
        <p:nvSpPr>
          <p:cNvPr id="22" name="">
            <a:extLst xmlns:a="http://schemas.openxmlformats.org/drawingml/2006/main">
              <a:ext uri="{FF2B5EF4-FFF2-40B4-BE49-F238E27FC236}">
                <a16:creationId xmlns:a16="http://schemas.microsoft.com/office/drawing/2014/main" id="{E72C268D-010E-4BD9-90BE-C968F0B9D844}"/>
              </a:ext>
            </a:extLst>
          </p:cNvPr>
          <p:cNvSpPr>
            <a:spLocks xmlns:a="http://schemas.openxmlformats.org/drawingml/2006/main" noGrp="1"/>
          </p:cNvSpPr>
          <p:nvPr/>
        </p:nvSpPr>
        <p:spPr>
          <a:xfrm xmlns:a="http://schemas.openxmlformats.org/drawingml/2006/main">
            <a:off x="8991600" y="4429125"/>
            <a:ext cx="1771650" cy="0"/>
          </a:xfrm>
          <a:prstGeom xmlns:a="http://schemas.openxmlformats.org/drawingml/2006/main" prst="line">
            <a:avLst/>
          </a:prstGeom>
          <a:noFill xmlns:a="http://schemas.openxmlformats.org/drawingml/2006/main"/>
          <a:ln xmlns:a="http://schemas.openxmlformats.org/drawingml/2006/main" w="9525">
            <a:solidFill>
              <a:srgbClr val="B8C4CC"/>
            </a:solidFill>
            <a:prstDash val="solid"/>
          </a:ln>
        </p:spPr>
      </p:sp>
      <p:sp>
        <p:nvSpPr>
          <p:cNvPr id="23" name="">
            <a:extLst xmlns:a="http://schemas.openxmlformats.org/drawingml/2006/main">
              <a:ext uri="{FF2B5EF4-FFF2-40B4-BE49-F238E27FC236}">
                <a16:creationId xmlns:a16="http://schemas.microsoft.com/office/drawing/2014/main" id="{447E9695-8540-480C-AC56-1B7E43AE8FC8}"/>
              </a:ext>
            </a:extLst>
          </p:cNvPr>
          <p:cNvSpPr>
            <a:spLocks xmlns:a="http://schemas.openxmlformats.org/drawingml/2006/main" noGrp="1"/>
          </p:cNvSpPr>
          <p:nvPr/>
        </p:nvSpPr>
        <p:spPr>
          <a:xfrm xmlns:a="http://schemas.openxmlformats.org/drawingml/2006/main">
            <a:off x="8477250" y="4610100"/>
            <a:ext cx="2800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00" b="0">
                <a:solidFill>
                  <a:srgbClr val="1E2B3C"/>
                </a:solidFill>
                <a:latin typeface="Arial"/>
                <a:ea typeface="Arial"/>
                <a:cs typeface="Arial"/>
              </a:defRPr>
            </a:pPr>
            <a:r>
              <a:rPr sz="1500" b="0">
                <a:solidFill>
                  <a:srgbClr val="1E2B3C"/>
                </a:solidFill>
                <a:latin typeface="Arial"/>
                <a:ea typeface="Arial"/>
                <a:cs typeface="Arial"/>
              </a:rPr>
              <a:t>setter faglige rammer</a:t>
            </a:r>
          </a:p>
        </p:txBody>
      </p:sp>
      <p:sp>
        <p:nvSpPr>
          <p:cNvPr id="24" name="">
            <a:extLst xmlns:a="http://schemas.openxmlformats.org/drawingml/2006/main">
              <a:ext uri="{FF2B5EF4-FFF2-40B4-BE49-F238E27FC236}">
                <a16:creationId xmlns:a16="http://schemas.microsoft.com/office/drawing/2014/main" id="{8428E801-A6C2-448E-B28C-CD722E80A650}"/>
              </a:ext>
            </a:extLst>
          </p:cNvPr>
          <p:cNvSpPr>
            <a:spLocks xmlns:a="http://schemas.openxmlformats.org/drawingml/2006/main" noGrp="1"/>
          </p:cNvSpPr>
          <p:nvPr/>
        </p:nvSpPr>
        <p:spPr>
          <a:xfrm xmlns:a="http://schemas.openxmlformats.org/drawingml/2006/main">
            <a:off x="1619250" y="5886450"/>
            <a:ext cx="8953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725" b="1">
                <a:solidFill>
                  <a:srgbClr val="022F51"/>
                </a:solidFill>
                <a:latin typeface="Arial"/>
                <a:ea typeface="Arial"/>
                <a:cs typeface="Arial"/>
              </a:defRPr>
            </a:pPr>
            <a:r>
              <a:rPr sz="1725" b="1">
                <a:solidFill>
                  <a:srgbClr val="022F51"/>
                </a:solidFill>
                <a:latin typeface="Arial"/>
                <a:ea typeface="Arial"/>
                <a:cs typeface="Arial"/>
              </a:rPr>
              <a:t>Gode tjenester oppstår når grensene er tydelige – og samarbeidet fungerer.</a:t>
            </a:r>
          </a:p>
        </p:txBody>
      </p:sp>
      <p:sp>
        <p:nvSpPr>
          <p:cNvPr id="25" name="">
            <a:extLst xmlns:a="http://schemas.openxmlformats.org/drawingml/2006/main">
              <a:ext uri="{FF2B5EF4-FFF2-40B4-BE49-F238E27FC236}">
                <a16:creationId xmlns:a16="http://schemas.microsoft.com/office/drawing/2014/main" id="{4C43C552-ACF1-419E-86BD-6BF1D31A92C0}"/>
              </a:ext>
            </a:extLst>
          </p:cNvPr>
          <p:cNvSpPr>
            <a:spLocks xmlns:a="http://schemas.openxmlformats.org/drawingml/2006/main" noGrp="1"/>
          </p:cNvSpPr>
          <p:nvPr/>
        </p:nvSpPr>
        <p:spPr>
          <a:xfrm xmlns:a="http://schemas.openxmlformats.org/drawingml/2006/main">
            <a:off x="457200" y="6429375"/>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l">
              <a:buNone/>
              <a:defRPr sz="900" b="0">
                <a:solidFill>
                  <a:srgbClr val="52616B"/>
                </a:solidFill>
                <a:latin typeface="Arial"/>
                <a:ea typeface="Arial"/>
                <a:cs typeface="Arial"/>
              </a:defRPr>
            </a:pPr>
            <a:r>
              <a:rPr sz="900" b="0">
                <a:solidFill>
                  <a:srgbClr val="52616B"/>
                </a:solidFill>
                <a:latin typeface="Arial"/>
                <a:ea typeface="Arial"/>
                <a:cs typeface="Arial"/>
              </a:rPr>
              <a:t>Altinn Autorisasjon</a:t>
            </a:r>
          </a:p>
        </p:txBody>
      </p:sp>
      <p:sp>
        <p:nvSpPr>
          <p:cNvPr id="26" name="">
            <a:extLst xmlns:a="http://schemas.openxmlformats.org/drawingml/2006/main">
              <a:ext uri="{FF2B5EF4-FFF2-40B4-BE49-F238E27FC236}">
                <a16:creationId xmlns:a16="http://schemas.microsoft.com/office/drawing/2014/main" id="{ED1B83FD-CB5D-42F7-B3AC-48CD3DDD6AEA}"/>
              </a:ext>
            </a:extLst>
          </p:cNvPr>
          <p:cNvSpPr>
            <a:spLocks xmlns:a="http://schemas.openxmlformats.org/drawingml/2006/main" noGrp="1"/>
          </p:cNvSpPr>
          <p:nvPr/>
        </p:nvSpPr>
        <p:spPr>
          <a:xfrm xmlns:a="http://schemas.openxmlformats.org/drawingml/2006/main">
            <a:off x="11191875" y="6400800"/>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r">
              <a:buNone/>
              <a:defRPr sz="900" b="0">
                <a:solidFill>
                  <a:srgbClr val="52616B"/>
                </a:solidFill>
                <a:latin typeface="Arial"/>
                <a:ea typeface="Arial"/>
                <a:cs typeface="Arial"/>
              </a:defRPr>
            </a:pPr>
            <a:r>
              <a:rPr sz="900" b="0">
                <a:solidFill>
                  <a:srgbClr val="52616B"/>
                </a:solidFill>
                <a:latin typeface="Arial"/>
                <a:ea typeface="Arial"/>
                <a:cs typeface="Arial"/>
              </a:rPr>
              <a:t>28</a:t>
            </a:r>
          </a:p>
        </p:txBody>
      </p:sp>
      <p:sp>
        <p:nvSpPr>
          <p:cNvPr id="28" name="">
            <a:extLst xmlns:a="http://schemas.openxmlformats.org/drawingml/2006/main">
              <a:ext uri="{FF2B5EF4-FFF2-40B4-BE49-F238E27FC236}">
                <a16:creationId xmlns:a16="http://schemas.microsoft.com/office/drawing/2014/main" id="{F842CD9D-F927-478F-BD11-EAF722174558}"/>
              </a:ext>
            </a:extLst>
          </p:cNvPr>
          <p:cNvSpPr>
            <a:spLocks xmlns:a="http://schemas.openxmlformats.org/drawingml/2006/main" noGrp="1"/>
          </p:cNvSpPr>
          <p:nvPr/>
        </p:nvSpPr>
        <p:spPr>
          <a:xfrm xmlns:a="http://schemas.openxmlformats.org/drawingml/2006/main">
            <a:off x="10915650" y="6248400"/>
            <a:ext cx="952500" cy="52387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9" name="">
            <a:extLst xmlns:a="http://schemas.openxmlformats.org/drawingml/2006/main">
              <a:ext uri="{FF2B5EF4-FFF2-40B4-BE49-F238E27FC236}">
                <a16:creationId xmlns:a16="http://schemas.microsoft.com/office/drawing/2014/main" id="{3895C436-E99F-4E6F-8797-9B86CA1A7C25}"/>
              </a:ext>
            </a:extLst>
          </p:cNvPr>
          <p:cNvSpPr>
            <a:spLocks xmlns:a="http://schemas.openxmlformats.org/drawingml/2006/main" noGrp="1"/>
          </p:cNvSpPr>
          <p:nvPr/>
        </p:nvSpPr>
        <p:spPr>
          <a:xfrm xmlns:a="http://schemas.openxmlformats.org/drawingml/2006/main">
            <a:off x="11191875" y="6400800"/>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r">
              <a:buNone/>
              <a:defRPr sz="900" b="0">
                <a:solidFill>
                  <a:srgbClr val="52616B"/>
                </a:solidFill>
                <a:latin typeface="Arial"/>
                <a:ea typeface="Arial"/>
                <a:cs typeface="Arial"/>
              </a:defRPr>
            </a:pPr>
            <a:r>
              <a:rPr sz="900" b="0">
                <a:solidFill>
                  <a:srgbClr val="52616B"/>
                </a:solidFill>
                <a:latin typeface="Arial"/>
                <a:ea typeface="Arial"/>
                <a:cs typeface="Arial"/>
              </a:rPr>
              <a:t>28</a:t>
            </a:r>
          </a:p>
        </p:txBody>
      </p:sp>
    </p:spTree>
    <p:extLst>
      <p:ext uri="{BB962C8B-B14F-4D97-AF65-F5344CB8AC3E}">
        <p14:creationId xmlns:p14="http://schemas.microsoft.com/office/powerpoint/2010/main" val="1472831252"/>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section-16">
            <a:extLst xmlns:a="http://schemas.openxmlformats.org/drawingml/2006/main">
              <a:ext uri="{FF2B5EF4-FFF2-40B4-BE49-F238E27FC236}">
                <a16:creationId xmlns:a16="http://schemas.microsoft.com/office/drawing/2014/main" id="{756B250F-A6CB-4DAD-A2A9-692AF8D00982}"/>
              </a:ext>
            </a:extLst>
          </p:cNvPr>
          <p:cNvSpPr>
            <a:spLocks xmlns:a="http://schemas.openxmlformats.org/drawingml/2006/main" noGrp="1"/>
          </p:cNvSpPr>
          <p:nvPr/>
        </p:nvSpPr>
        <p:spPr>
          <a:xfrm xmlns:a="http://schemas.openxmlformats.org/drawingml/2006/main">
            <a:off x="457200" y="3238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0062BA"/>
                </a:solidFill>
                <a:latin typeface="Arial"/>
                <a:ea typeface="Arial"/>
                <a:cs typeface="Arial"/>
              </a:defRPr>
            </a:pPr>
            <a:r>
              <a:rPr sz="1050" b="1">
                <a:solidFill>
                  <a:srgbClr val="0062BA"/>
                </a:solidFill>
                <a:latin typeface="Arial"/>
                <a:ea typeface="Arial"/>
                <a:cs typeface="Arial"/>
              </a:rPr>
              <a:t>OPPSUMMERING</a:t>
            </a:r>
          </a:p>
        </p:txBody>
      </p:sp>
      <p:sp>
        <p:nvSpPr>
          <p:cNvPr id="2" name="title-16">
            <a:extLst xmlns:a="http://schemas.openxmlformats.org/drawingml/2006/main">
              <a:ext uri="{FF2B5EF4-FFF2-40B4-BE49-F238E27FC236}">
                <a16:creationId xmlns:a16="http://schemas.microsoft.com/office/drawing/2014/main" id="{1D91ED62-32AC-4E30-82BC-42D13D49EB01}"/>
              </a:ext>
            </a:extLst>
          </p:cNvPr>
          <p:cNvSpPr>
            <a:spLocks xmlns:a="http://schemas.openxmlformats.org/drawingml/2006/main" noGrp="1"/>
          </p:cNvSpPr>
          <p:nvPr/>
        </p:nvSpPr>
        <p:spPr>
          <a:xfrm xmlns:a="http://schemas.openxmlformats.org/drawingml/2006/main">
            <a:off x="457200" y="647700"/>
            <a:ext cx="11049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150" b="1">
                <a:solidFill>
                  <a:srgbClr val="1E2B3C"/>
                </a:solidFill>
                <a:latin typeface="Arial"/>
                <a:ea typeface="Arial"/>
                <a:cs typeface="Arial"/>
              </a:defRPr>
            </a:pPr>
            <a:r>
              <a:rPr sz="3150" b="1">
                <a:solidFill>
                  <a:srgbClr val="1E2B3C"/>
                </a:solidFill>
                <a:latin typeface="Arial"/>
                <a:ea typeface="Arial"/>
                <a:cs typeface="Arial"/>
              </a:rPr>
              <a:t>Tre ting å ta med videre</a:t>
            </a:r>
          </a:p>
        </p:txBody>
      </p:sp>
      <p:sp>
        <p:nvSpPr>
          <p:cNvPr id="3" name="">
            <a:extLst xmlns:a="http://schemas.openxmlformats.org/drawingml/2006/main">
              <a:ext uri="{FF2B5EF4-FFF2-40B4-BE49-F238E27FC236}">
                <a16:creationId xmlns:a16="http://schemas.microsoft.com/office/drawing/2014/main" id="{58D511DF-2BD7-4F4F-9F54-9D01ED57B42C}"/>
              </a:ext>
            </a:extLst>
          </p:cNvPr>
          <p:cNvSpPr>
            <a:spLocks xmlns:a="http://schemas.openxmlformats.org/drawingml/2006/main" noGrp="1"/>
          </p:cNvSpPr>
          <p:nvPr/>
        </p:nvSpPr>
        <p:spPr>
          <a:xfrm xmlns:a="http://schemas.openxmlformats.org/drawingml/2006/main">
            <a:off x="457200" y="2190750"/>
            <a:ext cx="571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000" b="1">
                <a:solidFill>
                  <a:srgbClr val="0062BA"/>
                </a:solidFill>
                <a:latin typeface="Arial"/>
                <a:ea typeface="Arial"/>
                <a:cs typeface="Arial"/>
              </a:defRPr>
            </a:pPr>
            <a:r>
              <a:rPr sz="3000" b="1">
                <a:solidFill>
                  <a:srgbClr val="0062BA"/>
                </a:solidFill>
                <a:latin typeface="Arial"/>
                <a:ea typeface="Arial"/>
                <a:cs typeface="Arial"/>
              </a:rPr>
              <a:t>1</a:t>
            </a:r>
          </a:p>
        </p:txBody>
      </p:sp>
      <p:sp>
        <p:nvSpPr>
          <p:cNvPr id="4" name="">
            <a:extLst xmlns:a="http://schemas.openxmlformats.org/drawingml/2006/main">
              <a:ext uri="{FF2B5EF4-FFF2-40B4-BE49-F238E27FC236}">
                <a16:creationId xmlns:a16="http://schemas.microsoft.com/office/drawing/2014/main" id="{D39DC04D-AE74-40A0-A4DD-9CBA6B1E4F36}"/>
              </a:ext>
            </a:extLst>
          </p:cNvPr>
          <p:cNvSpPr>
            <a:spLocks xmlns:a="http://schemas.openxmlformats.org/drawingml/2006/main" noGrp="1"/>
          </p:cNvSpPr>
          <p:nvPr/>
        </p:nvSpPr>
        <p:spPr>
          <a:xfrm xmlns:a="http://schemas.openxmlformats.org/drawingml/2006/main">
            <a:off x="457200" y="2971800"/>
            <a:ext cx="33337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75" b="1">
                <a:solidFill>
                  <a:srgbClr val="1E2B3C"/>
                </a:solidFill>
                <a:latin typeface="Arial"/>
                <a:ea typeface="Arial"/>
                <a:cs typeface="Arial"/>
              </a:defRPr>
            </a:pPr>
            <a:r>
              <a:rPr sz="1875" b="1">
                <a:solidFill>
                  <a:srgbClr val="1E2B3C"/>
                </a:solidFill>
                <a:latin typeface="Arial"/>
                <a:ea typeface="Arial"/>
                <a:cs typeface="Arial"/>
              </a:rPr>
              <a:t>Autorisasjon er mer enn innlogging</a:t>
            </a:r>
          </a:p>
        </p:txBody>
      </p:sp>
      <p:sp>
        <p:nvSpPr>
          <p:cNvPr id="5" name="">
            <a:extLst xmlns:a="http://schemas.openxmlformats.org/drawingml/2006/main">
              <a:ext uri="{FF2B5EF4-FFF2-40B4-BE49-F238E27FC236}">
                <a16:creationId xmlns:a16="http://schemas.microsoft.com/office/drawing/2014/main" id="{ADB03FF3-654C-4250-9FED-DB935CFF23FB}"/>
              </a:ext>
            </a:extLst>
          </p:cNvPr>
          <p:cNvSpPr>
            <a:spLocks xmlns:a="http://schemas.openxmlformats.org/drawingml/2006/main" noGrp="1"/>
          </p:cNvSpPr>
          <p:nvPr/>
        </p:nvSpPr>
        <p:spPr>
          <a:xfrm xmlns:a="http://schemas.openxmlformats.org/drawingml/2006/main">
            <a:off x="457200" y="4057650"/>
            <a:ext cx="3333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52616B"/>
                </a:solidFill>
                <a:latin typeface="Arial"/>
                <a:ea typeface="Arial"/>
                <a:cs typeface="Arial"/>
              </a:defRPr>
            </a:pPr>
            <a:r>
              <a:rPr sz="1500" b="0">
                <a:solidFill>
                  <a:srgbClr val="52616B"/>
                </a:solidFill>
                <a:latin typeface="Arial"/>
                <a:ea typeface="Arial"/>
                <a:cs typeface="Arial"/>
              </a:rPr>
              <a:t>Identitet er starten – ikke beslutningen.</a:t>
            </a:r>
          </a:p>
        </p:txBody>
      </p:sp>
      <p:sp>
        <p:nvSpPr>
          <p:cNvPr id="6" name="">
            <a:extLst xmlns:a="http://schemas.openxmlformats.org/drawingml/2006/main">
              <a:ext uri="{FF2B5EF4-FFF2-40B4-BE49-F238E27FC236}">
                <a16:creationId xmlns:a16="http://schemas.microsoft.com/office/drawing/2014/main" id="{1BF77157-548B-4E05-A3EB-F69EF4046529}"/>
              </a:ext>
            </a:extLst>
          </p:cNvPr>
          <p:cNvSpPr>
            <a:spLocks xmlns:a="http://schemas.openxmlformats.org/drawingml/2006/main" noGrp="1"/>
          </p:cNvSpPr>
          <p:nvPr/>
        </p:nvSpPr>
        <p:spPr>
          <a:xfrm xmlns:a="http://schemas.openxmlformats.org/drawingml/2006/main">
            <a:off x="4019550" y="2114550"/>
            <a:ext cx="0" cy="3048000"/>
          </a:xfrm>
          <a:prstGeom xmlns:a="http://schemas.openxmlformats.org/drawingml/2006/main" prst="line">
            <a:avLst/>
          </a:prstGeom>
          <a:noFill xmlns:a="http://schemas.openxmlformats.org/drawingml/2006/main"/>
          <a:ln xmlns:a="http://schemas.openxmlformats.org/drawingml/2006/main" w="9525">
            <a:solidFill>
              <a:srgbClr val="B8C4CC"/>
            </a:solidFill>
            <a:prstDash val="solid"/>
          </a:ln>
        </p:spPr>
      </p:sp>
      <p:sp>
        <p:nvSpPr>
          <p:cNvPr id="7" name="">
            <a:extLst xmlns:a="http://schemas.openxmlformats.org/drawingml/2006/main">
              <a:ext uri="{FF2B5EF4-FFF2-40B4-BE49-F238E27FC236}">
                <a16:creationId xmlns:a16="http://schemas.microsoft.com/office/drawing/2014/main" id="{59D4FF6C-7D03-4BBB-B3AB-2D0C27B454EE}"/>
              </a:ext>
            </a:extLst>
          </p:cNvPr>
          <p:cNvSpPr>
            <a:spLocks xmlns:a="http://schemas.openxmlformats.org/drawingml/2006/main" noGrp="1"/>
          </p:cNvSpPr>
          <p:nvPr/>
        </p:nvSpPr>
        <p:spPr>
          <a:xfrm xmlns:a="http://schemas.openxmlformats.org/drawingml/2006/main">
            <a:off x="4286250" y="2190750"/>
            <a:ext cx="571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000" b="1">
                <a:solidFill>
                  <a:srgbClr val="0062BA"/>
                </a:solidFill>
                <a:latin typeface="Arial"/>
                <a:ea typeface="Arial"/>
                <a:cs typeface="Arial"/>
              </a:defRPr>
            </a:pPr>
            <a:r>
              <a:rPr sz="3000" b="1">
                <a:solidFill>
                  <a:srgbClr val="0062BA"/>
                </a:solidFill>
                <a:latin typeface="Arial"/>
                <a:ea typeface="Arial"/>
                <a:cs typeface="Arial"/>
              </a:rPr>
              <a:t>2</a:t>
            </a:r>
          </a:p>
        </p:txBody>
      </p:sp>
      <p:sp>
        <p:nvSpPr>
          <p:cNvPr id="8" name="">
            <a:extLst xmlns:a="http://schemas.openxmlformats.org/drawingml/2006/main">
              <a:ext uri="{FF2B5EF4-FFF2-40B4-BE49-F238E27FC236}">
                <a16:creationId xmlns:a16="http://schemas.microsoft.com/office/drawing/2014/main" id="{CB4261B6-A3B8-44F9-BD51-BEC2CD0C9B72}"/>
              </a:ext>
            </a:extLst>
          </p:cNvPr>
          <p:cNvSpPr>
            <a:spLocks xmlns:a="http://schemas.openxmlformats.org/drawingml/2006/main" noGrp="1"/>
          </p:cNvSpPr>
          <p:nvPr/>
        </p:nvSpPr>
        <p:spPr>
          <a:xfrm xmlns:a="http://schemas.openxmlformats.org/drawingml/2006/main">
            <a:off x="4286250" y="2971800"/>
            <a:ext cx="33337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75" b="1">
                <a:solidFill>
                  <a:srgbClr val="1E2B3C"/>
                </a:solidFill>
                <a:latin typeface="Arial"/>
                <a:ea typeface="Arial"/>
                <a:cs typeface="Arial"/>
              </a:defRPr>
            </a:pPr>
            <a:r>
              <a:rPr sz="1875" b="1">
                <a:solidFill>
                  <a:srgbClr val="1E2B3C"/>
                </a:solidFill>
                <a:latin typeface="Arial"/>
                <a:ea typeface="Arial"/>
                <a:cs typeface="Arial"/>
              </a:rPr>
              <a:t>Den samme modellen brukes på tvers</a:t>
            </a:r>
          </a:p>
        </p:txBody>
      </p:sp>
      <p:sp>
        <p:nvSpPr>
          <p:cNvPr id="9" name="">
            <a:extLst xmlns:a="http://schemas.openxmlformats.org/drawingml/2006/main">
              <a:ext uri="{FF2B5EF4-FFF2-40B4-BE49-F238E27FC236}">
                <a16:creationId xmlns:a16="http://schemas.microsoft.com/office/drawing/2014/main" id="{3B82A402-5C8D-42AA-A935-041AD1F82A58}"/>
              </a:ext>
            </a:extLst>
          </p:cNvPr>
          <p:cNvSpPr>
            <a:spLocks xmlns:a="http://schemas.openxmlformats.org/drawingml/2006/main" noGrp="1"/>
          </p:cNvSpPr>
          <p:nvPr/>
        </p:nvSpPr>
        <p:spPr>
          <a:xfrm xmlns:a="http://schemas.openxmlformats.org/drawingml/2006/main">
            <a:off x="4286250" y="4057650"/>
            <a:ext cx="3333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52616B"/>
                </a:solidFill>
                <a:latin typeface="Arial"/>
                <a:ea typeface="Arial"/>
                <a:cs typeface="Arial"/>
              </a:defRPr>
            </a:pPr>
            <a:r>
              <a:rPr sz="1500" b="0">
                <a:solidFill>
                  <a:srgbClr val="52616B"/>
                </a:solidFill>
                <a:latin typeface="Arial"/>
                <a:ea typeface="Arial"/>
                <a:cs typeface="Arial"/>
              </a:rPr>
              <a:t>Personer, virksomheter og systemer kan handle på vegne av andre.</a:t>
            </a:r>
          </a:p>
        </p:txBody>
      </p:sp>
      <p:sp>
        <p:nvSpPr>
          <p:cNvPr id="10" name="">
            <a:extLst xmlns:a="http://schemas.openxmlformats.org/drawingml/2006/main">
              <a:ext uri="{FF2B5EF4-FFF2-40B4-BE49-F238E27FC236}">
                <a16:creationId xmlns:a16="http://schemas.microsoft.com/office/drawing/2014/main" id="{D37EF859-2178-4D4C-833D-B2FB72408EAD}"/>
              </a:ext>
            </a:extLst>
          </p:cNvPr>
          <p:cNvSpPr>
            <a:spLocks xmlns:a="http://schemas.openxmlformats.org/drawingml/2006/main" noGrp="1"/>
          </p:cNvSpPr>
          <p:nvPr/>
        </p:nvSpPr>
        <p:spPr>
          <a:xfrm xmlns:a="http://schemas.openxmlformats.org/drawingml/2006/main">
            <a:off x="7848600" y="2114550"/>
            <a:ext cx="0" cy="3048000"/>
          </a:xfrm>
          <a:prstGeom xmlns:a="http://schemas.openxmlformats.org/drawingml/2006/main" prst="line">
            <a:avLst/>
          </a:prstGeom>
          <a:noFill xmlns:a="http://schemas.openxmlformats.org/drawingml/2006/main"/>
          <a:ln xmlns:a="http://schemas.openxmlformats.org/drawingml/2006/main" w="9525">
            <a:solidFill>
              <a:srgbClr val="B8C4CC"/>
            </a:solidFill>
            <a:prstDash val="solid"/>
          </a:ln>
        </p:spPr>
      </p:sp>
      <p:sp>
        <p:nvSpPr>
          <p:cNvPr id="11" name="">
            <a:extLst xmlns:a="http://schemas.openxmlformats.org/drawingml/2006/main">
              <a:ext uri="{FF2B5EF4-FFF2-40B4-BE49-F238E27FC236}">
                <a16:creationId xmlns:a16="http://schemas.microsoft.com/office/drawing/2014/main" id="{581EF53A-682A-477B-92E7-DE43E0A37F70}"/>
              </a:ext>
            </a:extLst>
          </p:cNvPr>
          <p:cNvSpPr>
            <a:spLocks xmlns:a="http://schemas.openxmlformats.org/drawingml/2006/main" noGrp="1"/>
          </p:cNvSpPr>
          <p:nvPr/>
        </p:nvSpPr>
        <p:spPr>
          <a:xfrm xmlns:a="http://schemas.openxmlformats.org/drawingml/2006/main">
            <a:off x="8115300" y="2190750"/>
            <a:ext cx="571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000" b="1">
                <a:solidFill>
                  <a:srgbClr val="0062BA"/>
                </a:solidFill>
                <a:latin typeface="Arial"/>
                <a:ea typeface="Arial"/>
                <a:cs typeface="Arial"/>
              </a:defRPr>
            </a:pPr>
            <a:r>
              <a:rPr sz="3000" b="1">
                <a:solidFill>
                  <a:srgbClr val="0062BA"/>
                </a:solidFill>
                <a:latin typeface="Arial"/>
                <a:ea typeface="Arial"/>
                <a:cs typeface="Arial"/>
              </a:rPr>
              <a:t>3</a:t>
            </a:r>
          </a:p>
        </p:txBody>
      </p:sp>
      <p:sp>
        <p:nvSpPr>
          <p:cNvPr id="12" name="">
            <a:extLst xmlns:a="http://schemas.openxmlformats.org/drawingml/2006/main">
              <a:ext uri="{FF2B5EF4-FFF2-40B4-BE49-F238E27FC236}">
                <a16:creationId xmlns:a16="http://schemas.microsoft.com/office/drawing/2014/main" id="{77553BFF-AC86-420C-A3D4-0E1F3D821804}"/>
              </a:ext>
            </a:extLst>
          </p:cNvPr>
          <p:cNvSpPr>
            <a:spLocks xmlns:a="http://schemas.openxmlformats.org/drawingml/2006/main" noGrp="1"/>
          </p:cNvSpPr>
          <p:nvPr/>
        </p:nvSpPr>
        <p:spPr>
          <a:xfrm xmlns:a="http://schemas.openxmlformats.org/drawingml/2006/main">
            <a:off x="8115300" y="2971800"/>
            <a:ext cx="33337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75" b="1">
                <a:solidFill>
                  <a:srgbClr val="1E2B3C"/>
                </a:solidFill>
                <a:latin typeface="Arial"/>
                <a:ea typeface="Arial"/>
                <a:cs typeface="Arial"/>
              </a:defRPr>
            </a:pPr>
            <a:r>
              <a:rPr sz="1875" b="1">
                <a:solidFill>
                  <a:srgbClr val="1E2B3C"/>
                </a:solidFill>
                <a:latin typeface="Arial"/>
                <a:ea typeface="Arial"/>
                <a:cs typeface="Arial"/>
              </a:rPr>
              <a:t>Tilbudet vårt binder helheten sammen</a:t>
            </a:r>
          </a:p>
        </p:txBody>
      </p:sp>
      <p:sp>
        <p:nvSpPr>
          <p:cNvPr id="13" name="">
            <a:extLst xmlns:a="http://schemas.openxmlformats.org/drawingml/2006/main">
              <a:ext uri="{FF2B5EF4-FFF2-40B4-BE49-F238E27FC236}">
                <a16:creationId xmlns:a16="http://schemas.microsoft.com/office/drawing/2014/main" id="{97C0024D-206F-4EF1-B05C-27AE79920D36}"/>
              </a:ext>
            </a:extLst>
          </p:cNvPr>
          <p:cNvSpPr>
            <a:spLocks xmlns:a="http://schemas.openxmlformats.org/drawingml/2006/main" noGrp="1"/>
          </p:cNvSpPr>
          <p:nvPr/>
        </p:nvSpPr>
        <p:spPr>
          <a:xfrm xmlns:a="http://schemas.openxmlformats.org/drawingml/2006/main">
            <a:off x="8115300" y="4057650"/>
            <a:ext cx="3333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52616B"/>
                </a:solidFill>
                <a:latin typeface="Arial"/>
                <a:ea typeface="Arial"/>
                <a:cs typeface="Arial"/>
              </a:defRPr>
            </a:pPr>
            <a:r>
              <a:rPr sz="1500" b="0">
                <a:solidFill>
                  <a:srgbClr val="52616B"/>
                </a:solidFill>
                <a:latin typeface="Arial"/>
                <a:ea typeface="Arial"/>
                <a:cs typeface="Arial"/>
              </a:rPr>
              <a:t>Ressurs, regel, fullmakt og beslutning må henge sammen.</a:t>
            </a:r>
          </a:p>
        </p:txBody>
      </p:sp>
      <p:sp>
        <p:nvSpPr>
          <p:cNvPr id="14" name="">
            <a:extLst xmlns:a="http://schemas.openxmlformats.org/drawingml/2006/main">
              <a:ext uri="{FF2B5EF4-FFF2-40B4-BE49-F238E27FC236}">
                <a16:creationId xmlns:a16="http://schemas.microsoft.com/office/drawing/2014/main" id="{671BF469-7255-47A8-BE26-972CB7FD66D6}"/>
              </a:ext>
            </a:extLst>
          </p:cNvPr>
          <p:cNvSpPr>
            <a:spLocks xmlns:a="http://schemas.openxmlformats.org/drawingml/2006/main" noGrp="1"/>
          </p:cNvSpPr>
          <p:nvPr/>
        </p:nvSpPr>
        <p:spPr>
          <a:xfrm xmlns:a="http://schemas.openxmlformats.org/drawingml/2006/main">
            <a:off x="457200" y="5467350"/>
            <a:ext cx="11277600" cy="742950"/>
          </a:xfrm>
          <a:prstGeom xmlns:a="http://schemas.openxmlformats.org/drawingml/2006/main" prst="roundRect">
            <a:avLst>
              <a:gd name="adj" fmla="val 15385"/>
            </a:avLst>
          </a:prstGeom>
          <a:solidFill xmlns:a="http://schemas.openxmlformats.org/drawingml/2006/main">
            <a:srgbClr val="022F51"/>
          </a:solidFill>
          <a:ln xmlns:a="http://schemas.openxmlformats.org/drawingml/2006/main" w="9525">
            <a:solidFill>
              <a:srgbClr val="022F51"/>
            </a:solidFill>
            <a:prstDash val="solid"/>
          </a:ln>
        </p:spPr>
      </p:sp>
      <p:sp>
        <p:nvSpPr>
          <p:cNvPr id="15" name="">
            <a:extLst xmlns:a="http://schemas.openxmlformats.org/drawingml/2006/main">
              <a:ext uri="{FF2B5EF4-FFF2-40B4-BE49-F238E27FC236}">
                <a16:creationId xmlns:a16="http://schemas.microsoft.com/office/drawing/2014/main" id="{DFB6C308-BC61-44B3-B277-36BB9BED88BF}"/>
              </a:ext>
            </a:extLst>
          </p:cNvPr>
          <p:cNvSpPr>
            <a:spLocks xmlns:a="http://schemas.openxmlformats.org/drawingml/2006/main" noGrp="1"/>
          </p:cNvSpPr>
          <p:nvPr/>
        </p:nvSpPr>
        <p:spPr>
          <a:xfrm xmlns:a="http://schemas.openxmlformats.org/drawingml/2006/main">
            <a:off x="781050" y="5676900"/>
            <a:ext cx="10629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725" b="1">
                <a:solidFill>
                  <a:srgbClr val="FFFFFF"/>
                </a:solidFill>
                <a:latin typeface="Arial"/>
                <a:ea typeface="Arial"/>
                <a:cs typeface="Arial"/>
              </a:defRPr>
            </a:pPr>
            <a:r>
              <a:rPr sz="1725" b="1">
                <a:solidFill>
                  <a:srgbClr val="FFFFFF"/>
                </a:solidFill>
                <a:latin typeface="Arial"/>
                <a:ea typeface="Arial"/>
                <a:cs typeface="Arial"/>
              </a:rPr>
              <a:t>Neste: Dagens systemlandskap og hvordan en autorisasjonsbeslutning blir til</a:t>
            </a:r>
          </a:p>
        </p:txBody>
      </p:sp>
      <p:sp>
        <p:nvSpPr>
          <p:cNvPr id="16" name="">
            <a:extLst xmlns:a="http://schemas.openxmlformats.org/drawingml/2006/main">
              <a:ext uri="{FF2B5EF4-FFF2-40B4-BE49-F238E27FC236}">
                <a16:creationId xmlns:a16="http://schemas.microsoft.com/office/drawing/2014/main" id="{A52320CA-BAE0-419C-B144-2EDC661C84A6}"/>
              </a:ext>
            </a:extLst>
          </p:cNvPr>
          <p:cNvSpPr>
            <a:spLocks xmlns:a="http://schemas.openxmlformats.org/drawingml/2006/main" noGrp="1"/>
          </p:cNvSpPr>
          <p:nvPr/>
        </p:nvSpPr>
        <p:spPr>
          <a:xfrm xmlns:a="http://schemas.openxmlformats.org/drawingml/2006/main">
            <a:off x="457200" y="6429375"/>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l">
              <a:buNone/>
              <a:defRPr sz="900" b="0">
                <a:solidFill>
                  <a:srgbClr val="52616B"/>
                </a:solidFill>
                <a:latin typeface="Arial"/>
                <a:ea typeface="Arial"/>
                <a:cs typeface="Arial"/>
              </a:defRPr>
            </a:pPr>
            <a:r>
              <a:rPr sz="900" b="0">
                <a:solidFill>
                  <a:srgbClr val="52616B"/>
                </a:solidFill>
                <a:latin typeface="Arial"/>
                <a:ea typeface="Arial"/>
                <a:cs typeface="Arial"/>
              </a:rPr>
              <a:t>Altinn Autorisasjon</a:t>
            </a:r>
          </a:p>
        </p:txBody>
      </p:sp>
      <p:sp>
        <p:nvSpPr>
          <p:cNvPr id="17" name="">
            <a:extLst xmlns:a="http://schemas.openxmlformats.org/drawingml/2006/main">
              <a:ext uri="{FF2B5EF4-FFF2-40B4-BE49-F238E27FC236}">
                <a16:creationId xmlns:a16="http://schemas.microsoft.com/office/drawing/2014/main" id="{C2674E2A-CB06-41AE-A34A-CC13B119A73B}"/>
              </a:ext>
            </a:extLst>
          </p:cNvPr>
          <p:cNvSpPr>
            <a:spLocks xmlns:a="http://schemas.openxmlformats.org/drawingml/2006/main" noGrp="1"/>
          </p:cNvSpPr>
          <p:nvPr/>
        </p:nvSpPr>
        <p:spPr>
          <a:xfrm xmlns:a="http://schemas.openxmlformats.org/drawingml/2006/main">
            <a:off x="11191875" y="6400800"/>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r">
              <a:buNone/>
              <a:defRPr sz="900" b="0">
                <a:solidFill>
                  <a:srgbClr val="52616B"/>
                </a:solidFill>
                <a:latin typeface="Arial"/>
                <a:ea typeface="Arial"/>
                <a:cs typeface="Arial"/>
              </a:defRPr>
            </a:pPr>
            <a:r>
              <a:rPr sz="900" b="0">
                <a:solidFill>
                  <a:srgbClr val="52616B"/>
                </a:solidFill>
                <a:latin typeface="Arial"/>
                <a:ea typeface="Arial"/>
                <a:cs typeface="Arial"/>
              </a:rPr>
              <a:t>29</a:t>
            </a:r>
          </a:p>
        </p:txBody>
      </p:sp>
      <p:sp>
        <p:nvSpPr>
          <p:cNvPr id="19" name="">
            <a:extLst xmlns:a="http://schemas.openxmlformats.org/drawingml/2006/main">
              <a:ext uri="{FF2B5EF4-FFF2-40B4-BE49-F238E27FC236}">
                <a16:creationId xmlns:a16="http://schemas.microsoft.com/office/drawing/2014/main" id="{48E863D6-4159-40B4-8FB2-84EDD1DEA618}"/>
              </a:ext>
            </a:extLst>
          </p:cNvPr>
          <p:cNvSpPr>
            <a:spLocks xmlns:a="http://schemas.openxmlformats.org/drawingml/2006/main" noGrp="1"/>
          </p:cNvSpPr>
          <p:nvPr/>
        </p:nvSpPr>
        <p:spPr>
          <a:xfrm xmlns:a="http://schemas.openxmlformats.org/drawingml/2006/main">
            <a:off x="10915650" y="6248400"/>
            <a:ext cx="952500" cy="52387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0" name="">
            <a:extLst xmlns:a="http://schemas.openxmlformats.org/drawingml/2006/main">
              <a:ext uri="{FF2B5EF4-FFF2-40B4-BE49-F238E27FC236}">
                <a16:creationId xmlns:a16="http://schemas.microsoft.com/office/drawing/2014/main" id="{765B0A6A-1455-44D8-8FE3-E699359708DE}"/>
              </a:ext>
            </a:extLst>
          </p:cNvPr>
          <p:cNvSpPr>
            <a:spLocks xmlns:a="http://schemas.openxmlformats.org/drawingml/2006/main" noGrp="1"/>
          </p:cNvSpPr>
          <p:nvPr/>
        </p:nvSpPr>
        <p:spPr>
          <a:xfrm xmlns:a="http://schemas.openxmlformats.org/drawingml/2006/main">
            <a:off x="11191875" y="6400800"/>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r">
              <a:buNone/>
              <a:defRPr sz="900" b="0">
                <a:solidFill>
                  <a:srgbClr val="52616B"/>
                </a:solidFill>
                <a:latin typeface="Arial"/>
                <a:ea typeface="Arial"/>
                <a:cs typeface="Arial"/>
              </a:defRPr>
            </a:pPr>
            <a:r>
              <a:rPr sz="900" b="0">
                <a:solidFill>
                  <a:srgbClr val="52616B"/>
                </a:solidFill>
                <a:latin typeface="Arial"/>
                <a:ea typeface="Arial"/>
                <a:cs typeface="Arial"/>
              </a:rPr>
              <a:t>29</a:t>
            </a:r>
          </a:p>
        </p:txBody>
      </p:sp>
    </p:spTree>
    <p:extLst>
      <p:ext uri="{BB962C8B-B14F-4D97-AF65-F5344CB8AC3E}">
        <p14:creationId xmlns:p14="http://schemas.microsoft.com/office/powerpoint/2010/main" val="15449208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2026-09-03T06:58:33.5790000Z</dcterms:created>
  <dcterms:modified xsi:type="dcterms:W3CDTF">2026-09-03T06:58:33.5790000Z</dcterms:modified>
</coreProperties>
</file>